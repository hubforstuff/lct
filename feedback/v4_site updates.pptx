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5533" autoAdjust="0"/>
  </p:normalViewPr>
  <p:slideViewPr>
    <p:cSldViewPr snapToGrid="0">
      <p:cViewPr>
        <p:scale>
          <a:sx n="112" d="100"/>
          <a:sy n="112" d="100"/>
        </p:scale>
        <p:origin x="5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8D6FA0-579B-475A-8EFA-52F73B3D7CCF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98758-0FE4-4124-9CAA-826D807DC0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635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798758-0FE4-4124-9CAA-826D807DC07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441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D708E-E9C0-410F-3D6E-B0620817B0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3509FE-E323-78B4-B4A5-3B28CDB935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C29BD-75FA-B26D-1E5C-F48C010FC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B8629-2F04-9379-EE77-7D0127C8F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C0A06-93B8-1A90-09F7-FE302C6EF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04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A1F8B-7A45-BAFC-B6A2-07E852A49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3B0D0-F9A8-7EF3-ED18-A5CB92AF3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F1918-E055-A91E-596C-0F5402AFD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371E5-DA91-5526-EBA7-AB1256871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14268-E12B-B41A-F979-C4161B23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1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B170E-8582-B0C0-738A-BEAD9798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43BD7-D1C6-4123-E385-DB00A1263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E1B1EB-0269-17EC-BE4A-36697882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3E43A-D1AC-9FD7-3FDF-3CE1A3B8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4A62C-7942-041A-EB48-9ED28667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580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BCCF3-5EC0-8587-EB79-93EC265FC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CA71-FF64-E545-A89C-1F539530BB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DAD38B-BFA7-5F4D-5751-D03E89390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7BFDF3-0FE9-0A46-98DD-100797D3B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FCAC68-1420-DE18-C12D-1F3811A8D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C9D9B5-BB74-A21C-6661-6CA430501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513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B1DFD-C7E9-54B7-C9D9-A9CF2D05A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30F71-FCCB-76E0-AAA0-21B3C00F4F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036BE-331E-4B84-FE39-ACB2C7800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6F6B8-49EC-D90E-D559-EDCFE6F3E2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F2E376-DFDA-3CDB-8ABA-B30519C000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C73D5-0EF0-FA2F-50DA-D0997B5C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965F1B-38DE-72DA-15C2-784BB3D5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5D3096-2CBE-21E5-9FF8-E3716EA5F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43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169FE-37C6-ECD1-C47D-3F4648CEA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764CB1-B08B-108C-334B-F4A178B6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01C09-5D41-34FA-6A14-B797C70EB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55B9E-0A31-048B-F7C4-D186D17F3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32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E67DEE-6505-D0D1-E5B9-D6FFE9EF7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799643-A20B-7BA4-E4D0-90BD51F4F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E6DD2-C4F0-66F3-C06C-26D55EA7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512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0395A-F2BE-C695-A5E8-3ECCD2104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51EB8-A741-DC37-8F54-50EFD986C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1EFFBF-933D-1F9D-A5F7-1733FFD5B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D5108-FE86-F6AA-0CD6-F22D45F2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83505-7846-19FD-15A8-5C3348B16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C59CD-48E7-1446-E707-2FB650D0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2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16752-AEB2-68E8-2D72-6BBD03692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1FE8B-F6C4-6DAA-9C9A-FC079154F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6059E-2667-70FE-2A78-A1AD42500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EAB1D-375C-CD28-434B-6F9ED721D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AB3DC-7B78-B58B-7593-C4FD20B0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ADAAF8-1DDF-7CE2-4960-708B689DA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14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9B023-1A12-D26B-3343-FFFA102C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174EA4-61C0-3ACC-4E4F-80595011A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2DE64B-0920-2365-2DB5-AFC34E63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88CF5-11FF-BD5C-11C1-5D01F2FCB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C98CD-1240-2007-2A60-953A70FDC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0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0CD98-B6AA-319B-9143-B70CF89ABC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B2188A-7D81-1E51-2791-C09CF0A3D4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28ED9-7B65-8C3D-9080-2E7E91DF0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C2711-C0B8-EB53-E02F-06E4E430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3B544-1C46-1C99-50E8-0A7F3506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5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60984-0178-537D-D993-DA58C84A7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D757C-B84D-03A6-E6FF-A257968FB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3F000-EC2A-4DF3-87D4-A97EA5C57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85E828-E9C3-4586-AA1A-8A47B1D56A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BE196-B53B-0A0F-43A6-5ABA7A92BA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68878-4B41-070E-B0FC-26466A44E5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40054-AD9A-4708-92D1-223A57DAC7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12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hyperlink" Target="https://inovacao-hub.vercel.app/competitions" TargetMode="External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ovacao-hub.vercel.app/competitions/" TargetMode="External"/><Relationship Id="rId5" Type="http://schemas.openxmlformats.org/officeDocument/2006/relationships/hyperlink" Target="https://inovacao-hub.vercel.app/challenges" TargetMode="External"/><Relationship Id="rId4" Type="http://schemas.openxmlformats.org/officeDocument/2006/relationships/hyperlink" Target="https://inovacao-hub.vercel.app/competitions/greater-tech-challenge-2025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hyperlink" Target="https://inovacao-hub.vercel.app/competitions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F6A51-AE0E-6A08-2908-F72061835B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E46F4F-AFD2-0720-2FC0-AFBE25585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64215-B8BA-EAEB-2820-F67FF938D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986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B2533AC-7487-683C-93F5-2FD4413346F7}"/>
              </a:ext>
            </a:extLst>
          </p:cNvPr>
          <p:cNvCxnSpPr>
            <a:cxnSpLocks/>
          </p:cNvCxnSpPr>
          <p:nvPr/>
        </p:nvCxnSpPr>
        <p:spPr>
          <a:xfrm>
            <a:off x="4011168" y="0"/>
            <a:ext cx="0" cy="61610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9BDE413-E8F6-2886-573B-F10D76FCB562}"/>
              </a:ext>
            </a:extLst>
          </p:cNvPr>
          <p:cNvCxnSpPr>
            <a:cxnSpLocks/>
          </p:cNvCxnSpPr>
          <p:nvPr/>
        </p:nvCxnSpPr>
        <p:spPr>
          <a:xfrm>
            <a:off x="8906256" y="0"/>
            <a:ext cx="0" cy="463708"/>
          </a:xfrm>
          <a:prstGeom prst="line">
            <a:avLst/>
          </a:prstGeom>
          <a:ln w="12700">
            <a:prstDash val="sys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1E72CF8-221E-7B25-6F5D-8F23004CDFBD}"/>
              </a:ext>
            </a:extLst>
          </p:cNvPr>
          <p:cNvCxnSpPr>
            <a:cxnSpLocks/>
          </p:cNvCxnSpPr>
          <p:nvPr/>
        </p:nvCxnSpPr>
        <p:spPr>
          <a:xfrm>
            <a:off x="11448288" y="152400"/>
            <a:ext cx="0" cy="46370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99A3E39E-1608-8562-72AE-18A7763DF6A3}"/>
              </a:ext>
            </a:extLst>
          </p:cNvPr>
          <p:cNvSpPr/>
          <p:nvPr/>
        </p:nvSpPr>
        <p:spPr>
          <a:xfrm>
            <a:off x="11455978" y="335135"/>
            <a:ext cx="109098" cy="129886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A5E8599-C045-FA84-C4E5-A5551126ED1E}"/>
              </a:ext>
            </a:extLst>
          </p:cNvPr>
          <p:cNvSpPr/>
          <p:nvPr/>
        </p:nvSpPr>
        <p:spPr>
          <a:xfrm>
            <a:off x="4011168" y="343262"/>
            <a:ext cx="109098" cy="129886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3FF39D0-3E5D-4D82-D0B6-93B71BCA093E}"/>
              </a:ext>
            </a:extLst>
          </p:cNvPr>
          <p:cNvSpPr/>
          <p:nvPr/>
        </p:nvSpPr>
        <p:spPr>
          <a:xfrm rot="10800000">
            <a:off x="8784966" y="324357"/>
            <a:ext cx="109098" cy="129886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A42F2F-16BC-94FD-9C31-DA7AD6AE569C}"/>
              </a:ext>
            </a:extLst>
          </p:cNvPr>
          <p:cNvSpPr txBox="1"/>
          <p:nvPr/>
        </p:nvSpPr>
        <p:spPr>
          <a:xfrm>
            <a:off x="3890841" y="518885"/>
            <a:ext cx="48941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4"/>
                </a:solidFill>
              </a:rPr>
              <a:t>1) Mover o menu um </a:t>
            </a:r>
            <a:r>
              <a:rPr lang="en-US" sz="1200" dirty="0" err="1">
                <a:solidFill>
                  <a:schemeClr val="accent4"/>
                </a:solidFill>
              </a:rPr>
              <a:t>pouco</a:t>
            </a:r>
            <a:r>
              <a:rPr lang="en-US" sz="1200" dirty="0">
                <a:solidFill>
                  <a:schemeClr val="accent4"/>
                </a:solidFill>
              </a:rPr>
              <a:t> </a:t>
            </a:r>
            <a:r>
              <a:rPr lang="pt-BR" sz="1200" dirty="0">
                <a:solidFill>
                  <a:schemeClr val="accent4"/>
                </a:solidFill>
              </a:rPr>
              <a:t>à direita com os limites das letras do lado esquerdo e direito entre as barras amarelas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0E47D5-2813-B7DB-DCB4-4B7D0E430637}"/>
              </a:ext>
            </a:extLst>
          </p:cNvPr>
          <p:cNvSpPr txBox="1"/>
          <p:nvPr/>
        </p:nvSpPr>
        <p:spPr>
          <a:xfrm>
            <a:off x="8667195" y="839391"/>
            <a:ext cx="3277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accent4"/>
                </a:solidFill>
              </a:rPr>
              <a:t>2) Alterar cor do ícone para HEX555555 e move-lo a direita com a parte lateral do globo enconstando na barra amarela</a:t>
            </a:r>
            <a:endParaRPr lang="en-US" sz="1200" dirty="0">
              <a:solidFill>
                <a:schemeClr val="accent4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260204D-AB4D-A29F-DF39-4F1F15B05351}"/>
              </a:ext>
            </a:extLst>
          </p:cNvPr>
          <p:cNvSpPr/>
          <p:nvPr/>
        </p:nvSpPr>
        <p:spPr>
          <a:xfrm>
            <a:off x="3794978" y="4484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679F29C-95A9-A5DF-FA49-603357C8A689}"/>
              </a:ext>
            </a:extLst>
          </p:cNvPr>
          <p:cNvSpPr/>
          <p:nvPr/>
        </p:nvSpPr>
        <p:spPr>
          <a:xfrm>
            <a:off x="11352425" y="572317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40545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A4F3E6E-7C5D-A386-DC97-62935164B3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5659" t="5507" r="3751" b="64392"/>
          <a:stretch>
            <a:fillRect/>
          </a:stretch>
        </p:blipFill>
        <p:spPr>
          <a:xfrm>
            <a:off x="3574351" y="2314765"/>
            <a:ext cx="1291078" cy="18223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D6961-F618-938C-2EA2-CFB9B94A7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794" y="2314764"/>
            <a:ext cx="899769" cy="1142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829B41-EA1D-336A-7193-E702B7749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791" y="2314765"/>
            <a:ext cx="838317" cy="1057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2F9936A-3B8B-4C1D-F2BD-095C8396E657}"/>
              </a:ext>
            </a:extLst>
          </p:cNvPr>
          <p:cNvSpPr txBox="1"/>
          <p:nvPr/>
        </p:nvSpPr>
        <p:spPr>
          <a:xfrm>
            <a:off x="3561795" y="1313717"/>
            <a:ext cx="35741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</a:t>
            </a:r>
            <a:r>
              <a:rPr lang="pt-BR" sz="1200" dirty="0"/>
              <a:t>) Reduzir dimensoes e estilo/behaviour do popup: </a:t>
            </a:r>
          </a:p>
          <a:p>
            <a:r>
              <a:rPr lang="pt-BR" sz="1200" dirty="0"/>
              <a:t>A) menu sem mouseover</a:t>
            </a:r>
            <a:br>
              <a:rPr lang="pt-BR" sz="1200" dirty="0"/>
            </a:br>
            <a:r>
              <a:rPr lang="pt-BR" sz="1200" dirty="0"/>
              <a:t>B) menu em mouseover (+ highlight em branco)</a:t>
            </a:r>
            <a:br>
              <a:rPr lang="pt-BR" sz="1200" dirty="0"/>
            </a:br>
            <a:r>
              <a:rPr lang="pt-BR" sz="1200" dirty="0"/>
              <a:t>C) menu em moueover e idioma selecionado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8DD0C0-5E19-1C36-685C-49D13F19868A}"/>
              </a:ext>
            </a:extLst>
          </p:cNvPr>
          <p:cNvSpPr txBox="1"/>
          <p:nvPr/>
        </p:nvSpPr>
        <p:spPr>
          <a:xfrm>
            <a:off x="3945762" y="4168693"/>
            <a:ext cx="54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Atual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99A190-4413-169F-E931-2B4FE87B3C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5608" y="2314764"/>
            <a:ext cx="1274003" cy="1057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532217-3F9F-0D8D-D4DD-A48376F15860}"/>
              </a:ext>
            </a:extLst>
          </p:cNvPr>
          <p:cNvSpPr txBox="1"/>
          <p:nvPr/>
        </p:nvSpPr>
        <p:spPr>
          <a:xfrm>
            <a:off x="5337018" y="3372187"/>
            <a:ext cx="54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1C1329-F061-E4BB-9567-59437A9EF1CB}"/>
              </a:ext>
            </a:extLst>
          </p:cNvPr>
          <p:cNvSpPr txBox="1"/>
          <p:nvPr/>
        </p:nvSpPr>
        <p:spPr>
          <a:xfrm>
            <a:off x="6700642" y="3372187"/>
            <a:ext cx="54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FFE9A-0FDC-D4A3-7337-FFC4EE5129C7}"/>
              </a:ext>
            </a:extLst>
          </p:cNvPr>
          <p:cNvSpPr txBox="1"/>
          <p:nvPr/>
        </p:nvSpPr>
        <p:spPr>
          <a:xfrm>
            <a:off x="7669928" y="3457575"/>
            <a:ext cx="54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946ABA9-F19D-C714-741B-44D5A6FDA105}"/>
              </a:ext>
            </a:extLst>
          </p:cNvPr>
          <p:cNvSpPr/>
          <p:nvPr/>
        </p:nvSpPr>
        <p:spPr>
          <a:xfrm>
            <a:off x="3271177" y="231476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4928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F8B40F-CF34-0247-9C88-1B29CBB66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" y="130514"/>
            <a:ext cx="7879273" cy="2685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B8ED94-C76A-7BAC-2AAA-B474BA5E28BA}"/>
              </a:ext>
            </a:extLst>
          </p:cNvPr>
          <p:cNvSpPr txBox="1"/>
          <p:nvPr/>
        </p:nvSpPr>
        <p:spPr>
          <a:xfrm>
            <a:off x="7866169" y="38487"/>
            <a:ext cx="54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Atual</a:t>
            </a:r>
            <a:endParaRPr lang="en-US" sz="12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C35B2B-0001-A186-BDFD-09A7422A69B6}"/>
              </a:ext>
            </a:extLst>
          </p:cNvPr>
          <p:cNvCxnSpPr>
            <a:cxnSpLocks/>
          </p:cNvCxnSpPr>
          <p:nvPr/>
        </p:nvCxnSpPr>
        <p:spPr>
          <a:xfrm flipV="1">
            <a:off x="438150" y="388724"/>
            <a:ext cx="0" cy="1342638"/>
          </a:xfrm>
          <a:prstGeom prst="line">
            <a:avLst/>
          </a:prstGeom>
          <a:ln w="12700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9D3BF47-EF45-33DF-6629-C56F7732F588}"/>
              </a:ext>
            </a:extLst>
          </p:cNvPr>
          <p:cNvCxnSpPr/>
          <p:nvPr/>
        </p:nvCxnSpPr>
        <p:spPr>
          <a:xfrm flipV="1">
            <a:off x="0" y="705237"/>
            <a:ext cx="0" cy="762000"/>
          </a:xfrm>
          <a:prstGeom prst="line">
            <a:avLst/>
          </a:prstGeom>
          <a:ln w="12700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852F2-E448-F36F-3DC9-E3FCE8B245B0}"/>
              </a:ext>
            </a:extLst>
          </p:cNvPr>
          <p:cNvCxnSpPr/>
          <p:nvPr/>
        </p:nvCxnSpPr>
        <p:spPr>
          <a:xfrm flipV="1">
            <a:off x="7866169" y="705237"/>
            <a:ext cx="0" cy="762000"/>
          </a:xfrm>
          <a:prstGeom prst="line">
            <a:avLst/>
          </a:prstGeom>
          <a:ln w="12700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D6EA64-2BCD-1E8A-6784-C2ADCC78B58C}"/>
              </a:ext>
            </a:extLst>
          </p:cNvPr>
          <p:cNvCxnSpPr>
            <a:cxnSpLocks/>
          </p:cNvCxnSpPr>
          <p:nvPr/>
        </p:nvCxnSpPr>
        <p:spPr>
          <a:xfrm flipV="1">
            <a:off x="7428019" y="441111"/>
            <a:ext cx="0" cy="1290251"/>
          </a:xfrm>
          <a:prstGeom prst="line">
            <a:avLst/>
          </a:prstGeom>
          <a:ln w="12700" cap="flat" cmpd="sng" algn="ctr">
            <a:solidFill>
              <a:schemeClr val="accent4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D7DB315-9439-8CA0-D05F-B55B0BFDD5E5}"/>
              </a:ext>
            </a:extLst>
          </p:cNvPr>
          <p:cNvSpPr txBox="1"/>
          <p:nvPr/>
        </p:nvSpPr>
        <p:spPr>
          <a:xfrm>
            <a:off x="8097051" y="590074"/>
            <a:ext cx="40949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4</a:t>
            </a:r>
            <a:r>
              <a:rPr lang="pt-BR" sz="1200" dirty="0"/>
              <a:t>) A margem da area se diferencia das outras margens acima e no footer, e pode ficar inclusa entre as linhas amarelas longas</a:t>
            </a:r>
            <a:br>
              <a:rPr lang="pt-BR" sz="1200" dirty="0"/>
            </a:br>
            <a:r>
              <a:rPr lang="pt-BR" sz="1200" dirty="0"/>
              <a:t>5) fontes no footer aparentam estar esticadas um pouco, podemos reduzir um pouco a line height. Fontes podem ser diminuidas em meio ponto.</a:t>
            </a:r>
            <a:br>
              <a:rPr lang="pt-BR" sz="1200" dirty="0"/>
            </a:br>
            <a:r>
              <a:rPr lang="pt-BR" sz="1200" dirty="0"/>
              <a:t>6) altura do footer (area entre as duas linhas horizontais coloridas) pode ser aumentado em 10%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0F0DB5A-2CBA-AFA8-A61A-7F890831905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782" y="4887855"/>
            <a:ext cx="4543001" cy="1427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2CE50A4-C25F-00F4-CD42-E264EF49EF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782" y="3145076"/>
            <a:ext cx="4689617" cy="15455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19CF8BE-8298-3AD1-AB97-1085E6E4DCF2}"/>
              </a:ext>
            </a:extLst>
          </p:cNvPr>
          <p:cNvSpPr txBox="1"/>
          <p:nvPr/>
        </p:nvSpPr>
        <p:spPr>
          <a:xfrm>
            <a:off x="157443" y="2886995"/>
            <a:ext cx="54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Atual</a:t>
            </a:r>
            <a:endParaRPr 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3AD083-185A-A58A-6F37-F6AA1C8162E2}"/>
              </a:ext>
            </a:extLst>
          </p:cNvPr>
          <p:cNvSpPr txBox="1"/>
          <p:nvPr/>
        </p:nvSpPr>
        <p:spPr>
          <a:xfrm>
            <a:off x="5055278" y="3090378"/>
            <a:ext cx="690293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7) Modificar a cor de clique no placeholder para o vermelho geral diminuindo stroke size</a:t>
            </a:r>
            <a:br>
              <a:rPr lang="pt-BR" sz="1200" dirty="0"/>
            </a:br>
            <a:r>
              <a:rPr lang="pt-BR" sz="1200" dirty="0"/>
              <a:t>8) aumentar comprimmento do botao  em 5% e fonte em 1 ponto</a:t>
            </a:r>
            <a:br>
              <a:rPr lang="pt-BR" sz="1200" dirty="0"/>
            </a:br>
            <a:r>
              <a:rPr lang="pt-BR" sz="1200" dirty="0"/>
              <a:t>9) dimimnuir fonte e alterar para cinza o texto “Your email” </a:t>
            </a:r>
          </a:p>
          <a:p>
            <a:r>
              <a:rPr lang="pt-BR" sz="1200" dirty="0"/>
              <a:t>10) alterar icone de whatsapp</a:t>
            </a:r>
            <a:br>
              <a:rPr lang="pt-BR" sz="1200" dirty="0"/>
            </a:br>
            <a:r>
              <a:rPr lang="pt-BR" sz="1200" dirty="0"/>
              <a:t>11) Alterar popup de QR code  para a esquerda,  alinhado com o topo do placeholder  box vermelho acima,  sobrepondo a barra abaixo</a:t>
            </a:r>
            <a:endParaRPr lang="en-US" sz="12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ACE6D41-42A8-4B3C-7DD2-554627479B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738" y="4871296"/>
            <a:ext cx="3866732" cy="1545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2942A26D-C031-0533-702C-8BC8988A3C44}"/>
              </a:ext>
            </a:extLst>
          </p:cNvPr>
          <p:cNvSpPr/>
          <p:nvPr/>
        </p:nvSpPr>
        <p:spPr>
          <a:xfrm>
            <a:off x="412046" y="138086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56B556C-CF39-69BD-8519-551F592710A2}"/>
              </a:ext>
            </a:extLst>
          </p:cNvPr>
          <p:cNvSpPr/>
          <p:nvPr/>
        </p:nvSpPr>
        <p:spPr>
          <a:xfrm>
            <a:off x="42056" y="204196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E2FDF6C2-AD3D-0AE5-A17A-19322CAFF202}"/>
              </a:ext>
            </a:extLst>
          </p:cNvPr>
          <p:cNvSpPr/>
          <p:nvPr/>
        </p:nvSpPr>
        <p:spPr>
          <a:xfrm rot="16200000">
            <a:off x="3873674" y="391192"/>
            <a:ext cx="109098" cy="129886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5E4C21CE-9A20-89C0-73B2-F54596E9D0B2}"/>
              </a:ext>
            </a:extLst>
          </p:cNvPr>
          <p:cNvSpPr/>
          <p:nvPr/>
        </p:nvSpPr>
        <p:spPr>
          <a:xfrm rot="5400000">
            <a:off x="3869411" y="2624886"/>
            <a:ext cx="109098" cy="129886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85529C8-D50E-693A-DF37-0F0ADA93FBAA}"/>
              </a:ext>
            </a:extLst>
          </p:cNvPr>
          <p:cNvSpPr/>
          <p:nvPr/>
        </p:nvSpPr>
        <p:spPr>
          <a:xfrm>
            <a:off x="4010151" y="2502565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C72C49D-8EA8-2072-DD96-0B4A3A07F323}"/>
              </a:ext>
            </a:extLst>
          </p:cNvPr>
          <p:cNvSpPr/>
          <p:nvPr/>
        </p:nvSpPr>
        <p:spPr>
          <a:xfrm>
            <a:off x="3988904" y="306938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0E1E29F-FC16-11A8-2531-672D1394DDEA}"/>
              </a:ext>
            </a:extLst>
          </p:cNvPr>
          <p:cNvSpPr/>
          <p:nvPr/>
        </p:nvSpPr>
        <p:spPr>
          <a:xfrm>
            <a:off x="859801" y="366614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E4E3BFA-5CCA-587A-F2DF-4AAE4A08FE57}"/>
              </a:ext>
            </a:extLst>
          </p:cNvPr>
          <p:cNvSpPr/>
          <p:nvPr/>
        </p:nvSpPr>
        <p:spPr>
          <a:xfrm>
            <a:off x="3097989" y="3507345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0F8561F-02AF-C595-A828-7D58AFEBB6C6}"/>
              </a:ext>
            </a:extLst>
          </p:cNvPr>
          <p:cNvSpPr/>
          <p:nvPr/>
        </p:nvSpPr>
        <p:spPr>
          <a:xfrm>
            <a:off x="2111872" y="383226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425BB59-44E8-57A9-B45C-E8E6B5773FFC}"/>
              </a:ext>
            </a:extLst>
          </p:cNvPr>
          <p:cNvSpPr/>
          <p:nvPr/>
        </p:nvSpPr>
        <p:spPr>
          <a:xfrm>
            <a:off x="2482727" y="433479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A29B2E-A173-C298-72C6-E4551A9E5B57}"/>
              </a:ext>
            </a:extLst>
          </p:cNvPr>
          <p:cNvSpPr txBox="1"/>
          <p:nvPr/>
        </p:nvSpPr>
        <p:spPr>
          <a:xfrm>
            <a:off x="133869" y="6278389"/>
            <a:ext cx="1172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Proposto</a:t>
            </a:r>
            <a:endParaRPr lang="en-US" sz="12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A01E92-C8D9-7BA0-E6F5-503B5EE96538}"/>
              </a:ext>
            </a:extLst>
          </p:cNvPr>
          <p:cNvSpPr txBox="1"/>
          <p:nvPr/>
        </p:nvSpPr>
        <p:spPr>
          <a:xfrm>
            <a:off x="4906630" y="4637327"/>
            <a:ext cx="1172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Proposto</a:t>
            </a:r>
            <a:endParaRPr lang="en-US" sz="1200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2EB6BBB-5419-A60E-40EF-7249D110E05F}"/>
              </a:ext>
            </a:extLst>
          </p:cNvPr>
          <p:cNvSpPr/>
          <p:nvPr/>
        </p:nvSpPr>
        <p:spPr>
          <a:xfrm>
            <a:off x="5818668" y="622059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14703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59C8DC-6EB3-EA0B-86E9-530E2CDD3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29" y="141130"/>
            <a:ext cx="8685868" cy="42368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E68F8-32DB-54FC-D67B-51B6B65327EE}"/>
              </a:ext>
            </a:extLst>
          </p:cNvPr>
          <p:cNvSpPr txBox="1"/>
          <p:nvPr/>
        </p:nvSpPr>
        <p:spPr>
          <a:xfrm>
            <a:off x="3080084" y="4873316"/>
            <a:ext cx="7849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12) A nova </a:t>
            </a:r>
            <a:r>
              <a:rPr lang="en-US" sz="1200" dirty="0" err="1"/>
              <a:t>paginas</a:t>
            </a:r>
            <a:r>
              <a:rPr lang="en-US" sz="1200" dirty="0"/>
              <a:t> </a:t>
            </a:r>
            <a:r>
              <a:rPr lang="en-US" sz="1200" dirty="0" err="1"/>
              <a:t>criada</a:t>
            </a:r>
            <a:r>
              <a:rPr lang="en-US" sz="1200" dirty="0"/>
              <a:t> </a:t>
            </a:r>
            <a:r>
              <a:rPr lang="en-US" sz="1200" dirty="0" err="1"/>
              <a:t>ficou</a:t>
            </a:r>
            <a:r>
              <a:rPr lang="en-US" sz="1200" dirty="0"/>
              <a:t> boa. Podemos </a:t>
            </a:r>
            <a:r>
              <a:rPr lang="en-US" sz="1200" dirty="0" err="1"/>
              <a:t>fazer</a:t>
            </a:r>
            <a:r>
              <a:rPr lang="en-US" sz="1200" dirty="0"/>
              <a:t> com </a:t>
            </a:r>
            <a:r>
              <a:rPr lang="en-US" sz="1200" dirty="0" err="1"/>
              <a:t>que</a:t>
            </a:r>
            <a:r>
              <a:rPr lang="en-US" sz="1200" dirty="0"/>
              <a:t> </a:t>
            </a:r>
            <a:r>
              <a:rPr lang="en-US" sz="1200" dirty="0" err="1"/>
              <a:t>ao</a:t>
            </a:r>
            <a:r>
              <a:rPr lang="en-US" sz="1200" dirty="0"/>
              <a:t> </a:t>
            </a:r>
            <a:r>
              <a:rPr lang="en-US" sz="1200" dirty="0" err="1"/>
              <a:t>clicar</a:t>
            </a:r>
            <a:r>
              <a:rPr lang="en-US" sz="1200" dirty="0"/>
              <a:t> de </a:t>
            </a:r>
            <a:r>
              <a:rPr lang="en-US" sz="1200" dirty="0" err="1"/>
              <a:t>cada</a:t>
            </a:r>
            <a:r>
              <a:rPr lang="en-US" sz="1200" dirty="0"/>
              <a:t> link, a area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especifico</a:t>
            </a:r>
            <a:r>
              <a:rPr lang="en-US" sz="1200" dirty="0"/>
              <a:t> </a:t>
            </a:r>
            <a:r>
              <a:rPr lang="en-US" sz="1200" dirty="0" err="1"/>
              <a:t>seja</a:t>
            </a:r>
            <a:r>
              <a:rPr lang="en-US" sz="1200" dirty="0"/>
              <a:t> </a:t>
            </a:r>
            <a:r>
              <a:rPr lang="en-US" sz="1200" dirty="0" err="1"/>
              <a:t>identificada</a:t>
            </a:r>
            <a:r>
              <a:rPr lang="en-US" sz="1200" dirty="0"/>
              <a:t> </a:t>
            </a:r>
            <a:r>
              <a:rPr lang="en-US" sz="1200" dirty="0" err="1"/>
              <a:t>atravez</a:t>
            </a:r>
            <a:r>
              <a:rPr lang="en-US" sz="1200" dirty="0"/>
              <a:t> do </a:t>
            </a:r>
            <a:r>
              <a:rPr lang="en-US" sz="1200" dirty="0" err="1"/>
              <a:t>aumento</a:t>
            </a:r>
            <a:r>
              <a:rPr lang="en-US" sz="1200" dirty="0"/>
              <a:t> do card </a:t>
            </a:r>
            <a:r>
              <a:rPr lang="en-US" sz="1200" dirty="0" err="1"/>
              <a:t>relacionado</a:t>
            </a:r>
            <a:r>
              <a:rPr lang="en-US" sz="1200" dirty="0"/>
              <a:t>. </a:t>
            </a:r>
            <a:r>
              <a:rPr lang="en-US" sz="1200" dirty="0" err="1"/>
              <a:t>Isso</a:t>
            </a:r>
            <a:r>
              <a:rPr lang="en-US" sz="1200" dirty="0"/>
              <a:t> se </a:t>
            </a:r>
            <a:r>
              <a:rPr lang="en-US" sz="1200" dirty="0" err="1"/>
              <a:t>aplica</a:t>
            </a:r>
            <a:r>
              <a:rPr lang="en-US" sz="1200" dirty="0"/>
              <a:t> a </a:t>
            </a:r>
            <a:r>
              <a:rPr lang="en-US" sz="1200" dirty="0" err="1"/>
              <a:t>todas</a:t>
            </a:r>
            <a:r>
              <a:rPr lang="en-US" sz="1200" dirty="0"/>
              <a:t> as </a:t>
            </a:r>
            <a:r>
              <a:rPr lang="en-US" sz="1200" dirty="0" err="1"/>
              <a:t>opcoes</a:t>
            </a:r>
            <a:r>
              <a:rPr lang="en-US" sz="1200" dirty="0"/>
              <a:t> de submenu.</a:t>
            </a:r>
            <a:br>
              <a:rPr lang="en-US" sz="1200" dirty="0"/>
            </a:br>
            <a:r>
              <a:rPr lang="en-US" sz="1200" dirty="0"/>
              <a:t>13) Links com </a:t>
            </a:r>
            <a:r>
              <a:rPr lang="en-US" sz="1200" dirty="0" err="1"/>
              <a:t>mousover</a:t>
            </a:r>
            <a:r>
              <a:rPr lang="en-US" sz="1200" dirty="0"/>
              <a:t> </a:t>
            </a:r>
            <a:r>
              <a:rPr lang="en-US" sz="1200" dirty="0" err="1"/>
              <a:t>vermelho</a:t>
            </a:r>
            <a:r>
              <a:rPr lang="en-US" sz="1200" dirty="0"/>
              <a:t> </a:t>
            </a:r>
            <a:r>
              <a:rPr lang="en-US" sz="1200" dirty="0" err="1"/>
              <a:t>que</a:t>
            </a:r>
            <a:r>
              <a:rPr lang="en-US" sz="1200" dirty="0"/>
              <a:t> </a:t>
            </a:r>
            <a:r>
              <a:rPr lang="en-US" sz="1200" dirty="0" err="1"/>
              <a:t>ligam</a:t>
            </a:r>
            <a:r>
              <a:rPr lang="en-US" sz="1200" dirty="0"/>
              <a:t> a </a:t>
            </a:r>
            <a:r>
              <a:rPr lang="en-US" sz="1200" dirty="0" err="1"/>
              <a:t>pagina</a:t>
            </a:r>
            <a:r>
              <a:rPr lang="en-US" sz="1200" dirty="0"/>
              <a:t> </a:t>
            </a:r>
            <a:r>
              <a:rPr lang="en-US" sz="1200" dirty="0" err="1"/>
              <a:t>apdrao</a:t>
            </a:r>
            <a:r>
              <a:rPr lang="en-US" sz="1200" dirty="0"/>
              <a:t> para </a:t>
            </a:r>
            <a:r>
              <a:rPr lang="en-US" sz="1200" dirty="0" err="1"/>
              <a:t>cada</a:t>
            </a:r>
            <a:r>
              <a:rPr lang="en-US" sz="1200" dirty="0"/>
              <a:t> area, </a:t>
            </a:r>
            <a:r>
              <a:rPr lang="en-US" sz="1200" dirty="0" err="1"/>
              <a:t>certificando</a:t>
            </a:r>
            <a:r>
              <a:rPr lang="en-US" sz="1200" dirty="0"/>
              <a:t>-se </a:t>
            </a:r>
            <a:r>
              <a:rPr lang="en-US" sz="1200" dirty="0" err="1"/>
              <a:t>que</a:t>
            </a:r>
            <a:r>
              <a:rPr lang="en-US" sz="1200" dirty="0"/>
              <a:t> </a:t>
            </a:r>
            <a:r>
              <a:rPr lang="en-US" sz="1200" dirty="0" err="1"/>
              <a:t>estao</a:t>
            </a:r>
            <a:r>
              <a:rPr lang="en-US" sz="1200" dirty="0"/>
              <a:t>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mesma</a:t>
            </a:r>
            <a:r>
              <a:rPr lang="en-US" sz="1200" dirty="0"/>
              <a:t> </a:t>
            </a:r>
            <a:r>
              <a:rPr lang="en-US" sz="1200" dirty="0" err="1"/>
              <a:t>linha</a:t>
            </a:r>
            <a:r>
              <a:rPr lang="en-US" sz="1200" dirty="0"/>
              <a:t> </a:t>
            </a:r>
            <a:r>
              <a:rPr lang="en-US" sz="1200" dirty="0" err="1"/>
              <a:t>imaginaria</a:t>
            </a:r>
            <a:r>
              <a:rPr lang="en-US" sz="1200" dirty="0"/>
              <a:t> horizontal do outro card, </a:t>
            </a:r>
            <a:r>
              <a:rPr lang="en-US" sz="1200" dirty="0" err="1"/>
              <a:t>independente</a:t>
            </a:r>
            <a:r>
              <a:rPr lang="en-US" sz="1200" dirty="0"/>
              <a:t> do </a:t>
            </a:r>
            <a:r>
              <a:rPr lang="en-US" sz="1200" dirty="0" err="1"/>
              <a:t>texto</a:t>
            </a:r>
            <a:r>
              <a:rPr lang="en-US" sz="1200" dirty="0"/>
              <a:t> </a:t>
            </a:r>
            <a:r>
              <a:rPr lang="en-US" sz="1200" dirty="0" err="1"/>
              <a:t>escrito</a:t>
            </a:r>
            <a:r>
              <a:rPr lang="en-US" sz="1200" dirty="0"/>
              <a:t>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0953457-09CA-6972-F80D-9AE8C49CE410}"/>
              </a:ext>
            </a:extLst>
          </p:cNvPr>
          <p:cNvSpPr/>
          <p:nvPr/>
        </p:nvSpPr>
        <p:spPr>
          <a:xfrm>
            <a:off x="4080608" y="753888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0C4DA0F-B3A6-E803-A844-44F38DC050C6}"/>
              </a:ext>
            </a:extLst>
          </p:cNvPr>
          <p:cNvSpPr/>
          <p:nvPr/>
        </p:nvSpPr>
        <p:spPr>
          <a:xfrm>
            <a:off x="4479050" y="753888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F7A6D2-3190-4CF7-C41B-2972BDBB2E8F}"/>
              </a:ext>
            </a:extLst>
          </p:cNvPr>
          <p:cNvSpPr/>
          <p:nvPr/>
        </p:nvSpPr>
        <p:spPr>
          <a:xfrm>
            <a:off x="1603349" y="400370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94DDDF-02DF-174F-1EF5-15E2A773505F}"/>
              </a:ext>
            </a:extLst>
          </p:cNvPr>
          <p:cNvSpPr/>
          <p:nvPr/>
        </p:nvSpPr>
        <p:spPr>
          <a:xfrm>
            <a:off x="5250487" y="404505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4ABC9E0-EDD5-6A22-A733-5A9DF783CB49}"/>
              </a:ext>
            </a:extLst>
          </p:cNvPr>
          <p:cNvSpPr/>
          <p:nvPr/>
        </p:nvSpPr>
        <p:spPr>
          <a:xfrm>
            <a:off x="4081022" y="2668836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174F21A-5C2B-ED94-9B11-CE3AD31AE1CD}"/>
              </a:ext>
            </a:extLst>
          </p:cNvPr>
          <p:cNvSpPr/>
          <p:nvPr/>
        </p:nvSpPr>
        <p:spPr>
          <a:xfrm>
            <a:off x="4479464" y="2668836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1FDDAC-EB40-91A0-7DFE-94E519447612}"/>
              </a:ext>
            </a:extLst>
          </p:cNvPr>
          <p:cNvSpPr/>
          <p:nvPr/>
        </p:nvSpPr>
        <p:spPr>
          <a:xfrm>
            <a:off x="1603349" y="2170878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13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B44322A-1233-EB08-DDF5-1C14E1EB1633}"/>
              </a:ext>
            </a:extLst>
          </p:cNvPr>
          <p:cNvSpPr/>
          <p:nvPr/>
        </p:nvSpPr>
        <p:spPr>
          <a:xfrm>
            <a:off x="5835941" y="177743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707956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AE3253-77DB-E073-8725-DE35B9EE6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86" y="233699"/>
            <a:ext cx="8062041" cy="2603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96ADFA-98C8-CF7F-3909-74B42A229949}"/>
              </a:ext>
            </a:extLst>
          </p:cNvPr>
          <p:cNvSpPr txBox="1"/>
          <p:nvPr/>
        </p:nvSpPr>
        <p:spPr>
          <a:xfrm>
            <a:off x="128186" y="3172704"/>
            <a:ext cx="1090083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14) Ao </a:t>
            </a:r>
            <a:r>
              <a:rPr lang="en-US" sz="1200" dirty="0" err="1"/>
              <a:t>clicar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Startup Competitions, </a:t>
            </a:r>
            <a:r>
              <a:rPr lang="en-US" sz="1200" dirty="0" err="1"/>
              <a:t>linkar</a:t>
            </a:r>
            <a:r>
              <a:rPr lang="en-US" sz="1200" dirty="0"/>
              <a:t> com </a:t>
            </a:r>
            <a:r>
              <a:rPr lang="en-US" sz="1200" dirty="0">
                <a:hlinkClick r:id="rId3"/>
              </a:rPr>
              <a:t>https://inovacao-hub.vercel.app/competitions</a:t>
            </a:r>
            <a:r>
              <a:rPr lang="en-US" sz="1200" dirty="0"/>
              <a:t> aba Startup Competitions (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vermelho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15) </a:t>
            </a:r>
            <a:r>
              <a:rPr lang="en-US" sz="1200" dirty="0" err="1"/>
              <a:t>Renomear</a:t>
            </a:r>
            <a:r>
              <a:rPr lang="en-US" sz="1200" dirty="0"/>
              <a:t> “Innovations Challenges” para “Corporate Challenges” </a:t>
            </a:r>
            <a:br>
              <a:rPr lang="en-US" sz="1200" dirty="0"/>
            </a:br>
            <a:r>
              <a:rPr lang="en-US" sz="1200" dirty="0"/>
              <a:t>16) Ao </a:t>
            </a:r>
            <a:r>
              <a:rPr lang="en-US" sz="1200" dirty="0" err="1"/>
              <a:t>clicar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“Corporate Challenges”, </a:t>
            </a:r>
            <a:r>
              <a:rPr lang="en-US" sz="1200" dirty="0" err="1"/>
              <a:t>linkar</a:t>
            </a:r>
            <a:r>
              <a:rPr lang="en-US" sz="1200" dirty="0"/>
              <a:t> com </a:t>
            </a:r>
            <a:r>
              <a:rPr lang="en-US" sz="1200" dirty="0">
                <a:hlinkClick r:id="rId3"/>
              </a:rPr>
              <a:t>https://inovacao-hub.vercel.app/competitions</a:t>
            </a:r>
            <a:r>
              <a:rPr lang="en-US" sz="1200" dirty="0"/>
              <a:t> a aba Corporate Challenges (</a:t>
            </a:r>
            <a:r>
              <a:rPr lang="en-US" sz="1200" dirty="0" err="1"/>
              <a:t>azul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17) </a:t>
            </a:r>
            <a:r>
              <a:rPr lang="en-US" sz="1200" dirty="0" err="1"/>
              <a:t>Diferenciar</a:t>
            </a:r>
            <a:r>
              <a:rPr lang="en-US" sz="1200" dirty="0"/>
              <a:t> Competitions (para startups) e Challenges, para </a:t>
            </a:r>
            <a:r>
              <a:rPr lang="en-US" sz="1200" dirty="0" err="1"/>
              <a:t>empresas</a:t>
            </a:r>
            <a:r>
              <a:rPr lang="en-US" sz="1200" dirty="0"/>
              <a:t>. No </a:t>
            </a:r>
            <a:r>
              <a:rPr lang="en-US" sz="1200" dirty="0" err="1"/>
              <a:t>exemplo</a:t>
            </a:r>
            <a:r>
              <a:rPr lang="en-US" sz="1200" dirty="0"/>
              <a:t> da URL </a:t>
            </a:r>
            <a:r>
              <a:rPr lang="en-US" sz="1200" dirty="0">
                <a:hlinkClick r:id="rId4"/>
              </a:rPr>
              <a:t>https://inovacao-hub.vercel.app/competitions/greater-tech-challenge-2025/</a:t>
            </a:r>
            <a:r>
              <a:rPr lang="en-US" sz="1200" dirty="0"/>
              <a:t> </a:t>
            </a:r>
            <a:r>
              <a:rPr lang="en-US" sz="1200" dirty="0" err="1"/>
              <a:t>deveriamos</a:t>
            </a:r>
            <a:r>
              <a:rPr lang="en-US" sz="1200" dirty="0"/>
              <a:t> ter a </a:t>
            </a:r>
            <a:r>
              <a:rPr lang="en-US" sz="1200" dirty="0" err="1"/>
              <a:t>em</a:t>
            </a:r>
            <a:r>
              <a:rPr lang="en-US" sz="1200" dirty="0"/>
              <a:t> URL </a:t>
            </a:r>
            <a:r>
              <a:rPr lang="en-US" sz="1200" dirty="0">
                <a:solidFill>
                  <a:srgbClr val="0563C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https://inovacao-hub.vercel.app/</a:t>
            </a:r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challenges</a:t>
            </a:r>
            <a:r>
              <a:rPr 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Isso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relevante</a:t>
            </a:r>
            <a:r>
              <a:rPr lang="en-US" sz="1200" dirty="0">
                <a:solidFill>
                  <a:srgbClr val="000000"/>
                </a:solidFill>
              </a:rPr>
              <a:t> tambem </a:t>
            </a:r>
            <a:r>
              <a:rPr lang="en-US" sz="1200" dirty="0" err="1">
                <a:solidFill>
                  <a:srgbClr val="000000"/>
                </a:solidFill>
              </a:rPr>
              <a:t>porque</a:t>
            </a:r>
            <a:r>
              <a:rPr lang="en-US" sz="1200" dirty="0">
                <a:solidFill>
                  <a:srgbClr val="000000"/>
                </a:solidFill>
              </a:rPr>
              <a:t> o </a:t>
            </a:r>
            <a:r>
              <a:rPr lang="en-US" sz="1200" dirty="0" err="1">
                <a:solidFill>
                  <a:srgbClr val="000000"/>
                </a:solidFill>
              </a:rPr>
              <a:t>botao</a:t>
            </a:r>
            <a:r>
              <a:rPr lang="en-US" sz="1200" dirty="0">
                <a:solidFill>
                  <a:srgbClr val="000000"/>
                </a:solidFill>
              </a:rPr>
              <a:t> de </a:t>
            </a:r>
            <a:r>
              <a:rPr lang="en-US" sz="1200" dirty="0" err="1">
                <a:solidFill>
                  <a:srgbClr val="000000"/>
                </a:solidFill>
              </a:rPr>
              <a:t>voltar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deve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 err="1">
                <a:solidFill>
                  <a:srgbClr val="000000"/>
                </a:solidFill>
              </a:rPr>
              <a:t>dizer</a:t>
            </a:r>
            <a:r>
              <a:rPr lang="en-US" sz="1200" dirty="0">
                <a:solidFill>
                  <a:srgbClr val="000000"/>
                </a:solidFill>
              </a:rPr>
              <a:t> </a:t>
            </a:r>
            <a:r>
              <a:rPr lang="en-US" sz="1200" dirty="0">
                <a:solidFill>
                  <a:srgbClr val="00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competitions</a:t>
            </a:r>
            <a:r>
              <a:rPr lang="en-US" sz="1200" dirty="0">
                <a:solidFill>
                  <a:srgbClr val="000000"/>
                </a:solidFill>
              </a:rPr>
              <a:t> para </a:t>
            </a:r>
            <a:r>
              <a:rPr lang="en-US" sz="1200" dirty="0"/>
              <a:t>Competitions (para startups)  e </a:t>
            </a:r>
            <a:r>
              <a:rPr lang="en-US" sz="1200" u="sng" dirty="0">
                <a:solidFill>
                  <a:srgbClr val="000000"/>
                </a:solidFill>
              </a:rPr>
              <a:t>Back to </a:t>
            </a:r>
            <a:r>
              <a:rPr lang="en-US" sz="1200" u="sng" dirty="0"/>
              <a:t>challenges</a:t>
            </a:r>
            <a:r>
              <a:rPr lang="en-US" sz="1200" dirty="0"/>
              <a:t>, para Challenges.</a:t>
            </a:r>
            <a:br>
              <a:rPr lang="en-US" sz="1200" dirty="0"/>
            </a:br>
            <a:r>
              <a:rPr lang="en-US" sz="1200" dirty="0"/>
              <a:t>18) Remover area </a:t>
            </a:r>
            <a:r>
              <a:rPr lang="en-US" sz="1200" dirty="0" err="1"/>
              <a:t>identificatoria</a:t>
            </a:r>
            <a:r>
              <a:rPr lang="en-US" sz="1200" dirty="0"/>
              <a:t> de </a:t>
            </a:r>
            <a:r>
              <a:rPr lang="en-US" sz="1200" dirty="0" err="1"/>
              <a:t>foco</a:t>
            </a:r>
            <a:r>
              <a:rPr lang="en-US" sz="1200" dirty="0"/>
              <a:t> (</a:t>
            </a:r>
            <a:r>
              <a:rPr lang="en-US" sz="1200" dirty="0" err="1"/>
              <a:t>exemplo</a:t>
            </a:r>
            <a:r>
              <a:rPr lang="en-US" sz="1200" dirty="0"/>
              <a:t> de Deep Tech · Cross-Border)</a:t>
            </a:r>
            <a:br>
              <a:rPr lang="en-US" sz="1200" dirty="0"/>
            </a:br>
            <a:endParaRPr lang="en-US" sz="1200" dirty="0"/>
          </a:p>
          <a:p>
            <a:br>
              <a:rPr lang="en-US" sz="1200" dirty="0"/>
            </a:b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9E62DC-A64E-5FDE-0FEC-0405E447EF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0702" y="4784535"/>
            <a:ext cx="5820410" cy="152226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B1616B64-A9ED-F7BD-5836-38D4703108C4}"/>
              </a:ext>
            </a:extLst>
          </p:cNvPr>
          <p:cNvSpPr/>
          <p:nvPr/>
        </p:nvSpPr>
        <p:spPr>
          <a:xfrm>
            <a:off x="1729620" y="106257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3F2CDE-A780-29F1-5CD5-5C510925CA07}"/>
              </a:ext>
            </a:extLst>
          </p:cNvPr>
          <p:cNvSpPr/>
          <p:nvPr/>
        </p:nvSpPr>
        <p:spPr>
          <a:xfrm>
            <a:off x="1729620" y="148677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1299F2-CF2A-4619-F209-A6980192C0D0}"/>
              </a:ext>
            </a:extLst>
          </p:cNvPr>
          <p:cNvSpPr/>
          <p:nvPr/>
        </p:nvSpPr>
        <p:spPr>
          <a:xfrm>
            <a:off x="6505295" y="5022996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E04EABF-D34D-469F-40F4-ECFB328CD363}"/>
              </a:ext>
            </a:extLst>
          </p:cNvPr>
          <p:cNvSpPr/>
          <p:nvPr/>
        </p:nvSpPr>
        <p:spPr>
          <a:xfrm>
            <a:off x="8751286" y="97587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14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14F301A-159D-87E9-A79E-4BC226E83AC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0907" y="1148479"/>
            <a:ext cx="3175250" cy="1196144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CF96D74-E267-8429-26AD-65633D305CD3}"/>
              </a:ext>
            </a:extLst>
          </p:cNvPr>
          <p:cNvSpPr/>
          <p:nvPr/>
        </p:nvSpPr>
        <p:spPr>
          <a:xfrm>
            <a:off x="9504071" y="97587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A43EDB7-9F06-43E5-60CE-72AA7B566594}"/>
              </a:ext>
            </a:extLst>
          </p:cNvPr>
          <p:cNvSpPr/>
          <p:nvPr/>
        </p:nvSpPr>
        <p:spPr>
          <a:xfrm>
            <a:off x="6601158" y="4756896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37052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3BC0B1-5CF3-C6BF-6418-6BE14562F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57" y="777737"/>
            <a:ext cx="3522520" cy="20979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865445-CA76-BA90-E169-35B278A786A2}"/>
              </a:ext>
            </a:extLst>
          </p:cNvPr>
          <p:cNvSpPr txBox="1"/>
          <p:nvPr/>
        </p:nvSpPr>
        <p:spPr>
          <a:xfrm>
            <a:off x="645581" y="124141"/>
            <a:ext cx="109008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19) </a:t>
            </a:r>
            <a:r>
              <a:rPr lang="en-US" sz="1200" dirty="0" err="1"/>
              <a:t>Botao</a:t>
            </a:r>
            <a:r>
              <a:rPr lang="en-US" sz="1200" dirty="0"/>
              <a:t> de </a:t>
            </a:r>
            <a:r>
              <a:rPr lang="en-US" sz="1200" dirty="0" err="1"/>
              <a:t>contato</a:t>
            </a:r>
            <a:r>
              <a:rPr lang="en-US" sz="1200" dirty="0"/>
              <a:t> </a:t>
            </a:r>
            <a:r>
              <a:rPr lang="en-US" sz="1200" dirty="0" err="1"/>
              <a:t>linkado</a:t>
            </a:r>
            <a:r>
              <a:rPr lang="en-US" sz="1200" dirty="0"/>
              <a:t> </a:t>
            </a:r>
            <a:r>
              <a:rPr lang="en-US" sz="1200" dirty="0" err="1"/>
              <a:t>ao</a:t>
            </a:r>
            <a:r>
              <a:rPr lang="en-US" sz="1200" dirty="0"/>
              <a:t> </a:t>
            </a:r>
            <a:r>
              <a:rPr lang="en-US" sz="1200" dirty="0" err="1"/>
              <a:t>mesmo</a:t>
            </a:r>
            <a:r>
              <a:rPr lang="en-US" sz="1200" dirty="0"/>
              <a:t> popup de </a:t>
            </a:r>
            <a:r>
              <a:rPr lang="en-US" sz="1200" dirty="0" err="1"/>
              <a:t>contato.Z</a:t>
            </a:r>
            <a:br>
              <a:rPr lang="en-US" sz="1200" dirty="0"/>
            </a:br>
            <a:endParaRPr lang="en-US" sz="1200" dirty="0"/>
          </a:p>
          <a:p>
            <a:br>
              <a:rPr lang="en-US" sz="1200" dirty="0"/>
            </a:br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9F6A966-2389-FECB-69FB-775CA4B3EBE0}"/>
              </a:ext>
            </a:extLst>
          </p:cNvPr>
          <p:cNvSpPr/>
          <p:nvPr/>
        </p:nvSpPr>
        <p:spPr>
          <a:xfrm>
            <a:off x="1711104" y="184704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5DBAEF-D243-6FD0-F45B-82CB8BBA7D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5910" y="3189261"/>
            <a:ext cx="3934374" cy="14003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F81D57F-21EA-FA56-65DB-5512985B24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00" y="4903182"/>
            <a:ext cx="6828090" cy="17542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17CFAF6D-6CB5-6A66-C0F6-7A4DA62EAC3B}"/>
              </a:ext>
            </a:extLst>
          </p:cNvPr>
          <p:cNvSpPr/>
          <p:nvPr/>
        </p:nvSpPr>
        <p:spPr>
          <a:xfrm>
            <a:off x="4221899" y="605108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C56A1E5-BCA2-1BF7-FD29-A9A03A6D062C}"/>
              </a:ext>
            </a:extLst>
          </p:cNvPr>
          <p:cNvSpPr/>
          <p:nvPr/>
        </p:nvSpPr>
        <p:spPr>
          <a:xfrm>
            <a:off x="1434546" y="602656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9F68D63-F072-32BD-CE0F-464BF200278E}"/>
              </a:ext>
            </a:extLst>
          </p:cNvPr>
          <p:cNvSpPr/>
          <p:nvPr/>
        </p:nvSpPr>
        <p:spPr>
          <a:xfrm>
            <a:off x="6859957" y="359916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19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4A4267-69B8-920B-C050-0DA911CD6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524" y="3364685"/>
            <a:ext cx="3224611" cy="5247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AA31CE80-A576-CD16-546D-D29C8B3199A2}"/>
              </a:ext>
            </a:extLst>
          </p:cNvPr>
          <p:cNvSpPr/>
          <p:nvPr/>
        </p:nvSpPr>
        <p:spPr>
          <a:xfrm>
            <a:off x="3184913" y="3449665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19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FBBA043-9E19-1585-4BA4-89380A1062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7006" y="831188"/>
            <a:ext cx="3823278" cy="20979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1313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756C6A-D2EB-8BF0-6349-80084594E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287" y="286308"/>
            <a:ext cx="6096851" cy="23434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FDC657-8F6A-44E8-821D-0F4973AB339E}"/>
              </a:ext>
            </a:extLst>
          </p:cNvPr>
          <p:cNvSpPr txBox="1"/>
          <p:nvPr/>
        </p:nvSpPr>
        <p:spPr>
          <a:xfrm>
            <a:off x="381287" y="3211829"/>
            <a:ext cx="10900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20) </a:t>
            </a:r>
            <a:r>
              <a:rPr lang="en-US" sz="1200" dirty="0" err="1"/>
              <a:t>Linkar</a:t>
            </a:r>
            <a:r>
              <a:rPr lang="en-US" sz="1200" dirty="0"/>
              <a:t> ambos a </a:t>
            </a:r>
            <a:r>
              <a:rPr lang="en-US" sz="1200" dirty="0" err="1"/>
              <a:t>pagina</a:t>
            </a:r>
            <a:r>
              <a:rPr lang="en-US" sz="1200" dirty="0"/>
              <a:t> </a:t>
            </a:r>
            <a:r>
              <a:rPr lang="en-US" sz="1200" dirty="0" err="1"/>
              <a:t>padrao</a:t>
            </a:r>
            <a:br>
              <a:rPr lang="en-US" sz="1200" dirty="0"/>
            </a:br>
            <a:r>
              <a:rPr lang="en-US" sz="1200" dirty="0"/>
              <a:t>21) </a:t>
            </a:r>
            <a:r>
              <a:rPr lang="en-US" sz="1200" dirty="0" err="1"/>
              <a:t>Linkar</a:t>
            </a:r>
            <a:r>
              <a:rPr lang="en-US" sz="1200" dirty="0"/>
              <a:t> a </a:t>
            </a:r>
            <a:r>
              <a:rPr lang="en-US" sz="1200" dirty="0" err="1"/>
              <a:t>pagina</a:t>
            </a:r>
            <a:r>
              <a:rPr lang="en-US" sz="1200" dirty="0"/>
              <a:t> de speakers (nao </a:t>
            </a:r>
            <a:r>
              <a:rPr lang="en-US" sz="1200" dirty="0" err="1"/>
              <a:t>padrao</a:t>
            </a:r>
            <a:r>
              <a:rPr lang="en-US" sz="1200" dirty="0"/>
              <a:t>) – html </a:t>
            </a:r>
            <a:r>
              <a:rPr lang="en-US" sz="1200" dirty="0" err="1"/>
              <a:t>preparado</a:t>
            </a:r>
            <a:br>
              <a:rPr lang="en-US" sz="1200" dirty="0"/>
            </a:br>
            <a:r>
              <a:rPr lang="en-US" sz="1200" dirty="0"/>
              <a:t>22) </a:t>
            </a:r>
            <a:r>
              <a:rPr lang="en-US" sz="1200" dirty="0" err="1"/>
              <a:t>Linkar</a:t>
            </a:r>
            <a:r>
              <a:rPr lang="en-US" sz="1200" dirty="0"/>
              <a:t> a </a:t>
            </a:r>
            <a:r>
              <a:rPr lang="en-US" sz="1200" dirty="0" err="1"/>
              <a:t>pagina</a:t>
            </a:r>
            <a:r>
              <a:rPr lang="en-US" sz="1200" dirty="0"/>
              <a:t> de </a:t>
            </a:r>
            <a:r>
              <a:rPr lang="en-US" sz="1200" dirty="0" err="1"/>
              <a:t>eventos</a:t>
            </a:r>
            <a:r>
              <a:rPr lang="en-US" sz="1200" dirty="0"/>
              <a:t> (nao </a:t>
            </a:r>
            <a:r>
              <a:rPr lang="en-US" sz="1200" dirty="0" err="1"/>
              <a:t>padrao</a:t>
            </a:r>
            <a:r>
              <a:rPr lang="en-US" sz="1200" dirty="0"/>
              <a:t>) – html </a:t>
            </a:r>
            <a:r>
              <a:rPr lang="en-US" sz="1200" dirty="0" err="1"/>
              <a:t>preparado</a:t>
            </a:r>
            <a:endParaRPr lang="en-US" sz="12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1149A4-4528-CB93-8DFE-1FC73B7A10F1}"/>
              </a:ext>
            </a:extLst>
          </p:cNvPr>
          <p:cNvSpPr/>
          <p:nvPr/>
        </p:nvSpPr>
        <p:spPr>
          <a:xfrm>
            <a:off x="2467419" y="78400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E43969C-C0C9-1EB5-D09B-D3E0C81C6C60}"/>
              </a:ext>
            </a:extLst>
          </p:cNvPr>
          <p:cNvSpPr/>
          <p:nvPr/>
        </p:nvSpPr>
        <p:spPr>
          <a:xfrm>
            <a:off x="2782189" y="179098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74C774-4057-C2D5-DF19-F448B3FE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977" y="308819"/>
            <a:ext cx="4152647" cy="2320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A988C6D-6C33-CB53-1FFC-01882CF7B170}"/>
              </a:ext>
            </a:extLst>
          </p:cNvPr>
          <p:cNvSpPr/>
          <p:nvPr/>
        </p:nvSpPr>
        <p:spPr>
          <a:xfrm>
            <a:off x="8808702" y="87270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8CFF9F0-EC0E-9D18-441E-DBA4678B7761}"/>
              </a:ext>
            </a:extLst>
          </p:cNvPr>
          <p:cNvSpPr/>
          <p:nvPr/>
        </p:nvSpPr>
        <p:spPr>
          <a:xfrm>
            <a:off x="8858878" y="153719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21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6596AD8-EF80-1762-AF49-A9708AD9B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287" y="4104393"/>
            <a:ext cx="9473778" cy="12164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CEE12CCB-41DB-7327-5C65-08A4A9C71091}"/>
              </a:ext>
            </a:extLst>
          </p:cNvPr>
          <p:cNvSpPr/>
          <p:nvPr/>
        </p:nvSpPr>
        <p:spPr>
          <a:xfrm>
            <a:off x="6461350" y="4996817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22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4F7E6E3-8982-F12B-EFAB-2A2DC35F481E}"/>
              </a:ext>
            </a:extLst>
          </p:cNvPr>
          <p:cNvSpPr/>
          <p:nvPr/>
        </p:nvSpPr>
        <p:spPr>
          <a:xfrm>
            <a:off x="1546094" y="495941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451057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64855C-AA84-E237-7E8C-F9AAD2AD92EA}"/>
              </a:ext>
            </a:extLst>
          </p:cNvPr>
          <p:cNvSpPr txBox="1"/>
          <p:nvPr/>
        </p:nvSpPr>
        <p:spPr>
          <a:xfrm>
            <a:off x="134595" y="3619145"/>
            <a:ext cx="1176969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23) </a:t>
            </a:r>
            <a:r>
              <a:rPr lang="en-US" dirty="0" err="1"/>
              <a:t>Alterar</a:t>
            </a:r>
            <a:r>
              <a:rPr lang="en-US" dirty="0"/>
              <a:t> de “pre-</a:t>
            </a:r>
            <a:r>
              <a:rPr lang="en-US" dirty="0" err="1"/>
              <a:t>tegistration</a:t>
            </a:r>
            <a:r>
              <a:rPr lang="en-US" dirty="0"/>
              <a:t> open” to “registration open” – o </a:t>
            </a:r>
            <a:r>
              <a:rPr lang="en-US" dirty="0" err="1"/>
              <a:t>exemplo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do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especifico</a:t>
            </a:r>
            <a:r>
              <a:rPr lang="en-US" dirty="0"/>
              <a:t> da </a:t>
            </a:r>
            <a:r>
              <a:rPr lang="en-US" dirty="0" err="1"/>
              <a:t>comepticao</a:t>
            </a:r>
            <a:r>
              <a:rPr lang="en-US" dirty="0"/>
              <a:t> </a:t>
            </a:r>
            <a:r>
              <a:rPr lang="en-US" dirty="0" err="1"/>
              <a:t>HiCool</a:t>
            </a:r>
            <a:r>
              <a:rPr lang="en-US" dirty="0"/>
              <a:t> e </a:t>
            </a:r>
            <a:r>
              <a:rPr lang="en-US" dirty="0" err="1"/>
              <a:t>acontecera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outras</a:t>
            </a:r>
            <a:r>
              <a:rPr lang="en-US" dirty="0"/>
              <a:t> </a:t>
            </a:r>
            <a:r>
              <a:rPr lang="en-US" dirty="0" err="1"/>
              <a:t>competicoes</a:t>
            </a:r>
            <a:r>
              <a:rPr lang="en-US" dirty="0"/>
              <a:t>, mas nao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, </a:t>
            </a:r>
            <a:r>
              <a:rPr lang="en-US" dirty="0" err="1"/>
              <a:t>entao</a:t>
            </a:r>
            <a:r>
              <a:rPr lang="en-US" dirty="0"/>
              <a:t> </a:t>
            </a:r>
            <a:r>
              <a:rPr lang="en-US" dirty="0" err="1"/>
              <a:t>gostaria</a:t>
            </a:r>
            <a:r>
              <a:rPr lang="en-US" dirty="0"/>
              <a:t> de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essa</a:t>
            </a:r>
            <a:r>
              <a:rPr lang="en-US" dirty="0"/>
              <a:t> area fosse </a:t>
            </a:r>
            <a:r>
              <a:rPr lang="en-US" dirty="0" err="1"/>
              <a:t>modificavel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24) remover area</a:t>
            </a:r>
            <a:br>
              <a:rPr lang="en-US" dirty="0"/>
            </a:br>
            <a:r>
              <a:rPr lang="en-US" dirty="0"/>
              <a:t>25) </a:t>
            </a:r>
            <a:r>
              <a:rPr lang="en-US" dirty="0" err="1"/>
              <a:t>alterar</a:t>
            </a:r>
            <a:r>
              <a:rPr lang="en-US" dirty="0"/>
              <a:t> de e </a:t>
            </a:r>
            <a:r>
              <a:rPr lang="en-US" dirty="0" err="1"/>
              <a:t>fazer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2 </a:t>
            </a:r>
            <a:r>
              <a:rPr lang="en-US" dirty="0" err="1"/>
              <a:t>linhas</a:t>
            </a:r>
            <a:r>
              <a:rPr lang="en-US" dirty="0"/>
              <a:t>, de “You are pre-registering for Pacific Logistics Bridge. Our team will keep the competition locked and guide you through the next steps of your submission.” </a:t>
            </a:r>
            <a:r>
              <a:rPr lang="en-US" dirty="0" err="1"/>
              <a:t>como</a:t>
            </a:r>
            <a:r>
              <a:rPr lang="en-US" dirty="0"/>
              <a:t> no </a:t>
            </a:r>
            <a:r>
              <a:rPr lang="en-US" dirty="0" err="1"/>
              <a:t>exemplo</a:t>
            </a:r>
            <a:r>
              <a:rPr lang="en-US" dirty="0"/>
              <a:t>, para o </a:t>
            </a:r>
            <a:r>
              <a:rPr lang="en-US" dirty="0" err="1"/>
              <a:t>textto</a:t>
            </a:r>
            <a:r>
              <a:rPr lang="en-US" dirty="0"/>
              <a:t> generic “Ready to apply? Fill in the form below and our team personally guides you through every step of your application.”</a:t>
            </a:r>
            <a:br>
              <a:rPr lang="en-US" dirty="0"/>
            </a:br>
            <a:r>
              <a:rPr lang="en-US" dirty="0"/>
              <a:t>26) Modify text to “Submit this form and </a:t>
            </a:r>
            <a:r>
              <a:rPr lang="en-US" b="1" dirty="0"/>
              <a:t>LATAM CHINA TECH</a:t>
            </a:r>
            <a:r>
              <a:rPr lang="en-US" dirty="0"/>
              <a:t> will personally guide you through your full application: reviewing your submission, strengthening your pitch, and maximizing your chances of winning.”</a:t>
            </a:r>
            <a:br>
              <a:rPr lang="en-US" dirty="0"/>
            </a:br>
            <a:r>
              <a:rPr lang="en-US" dirty="0"/>
              <a:t>27) </a:t>
            </a:r>
            <a:r>
              <a:rPr lang="en-US" dirty="0" err="1"/>
              <a:t>fazer</a:t>
            </a:r>
            <a:r>
              <a:rPr lang="en-US" dirty="0"/>
              <a:t> o </a:t>
            </a:r>
            <a:r>
              <a:rPr lang="en-US" dirty="0" err="1"/>
              <a:t>circulo</a:t>
            </a:r>
            <a:r>
              <a:rPr lang="en-US" dirty="0"/>
              <a:t> Vermelho ser </a:t>
            </a:r>
            <a:r>
              <a:rPr lang="en-US" dirty="0" err="1"/>
              <a:t>animado</a:t>
            </a:r>
            <a:r>
              <a:rPr lang="en-US" dirty="0"/>
              <a:t> e o </a:t>
            </a:r>
            <a:r>
              <a:rPr lang="en-US" dirty="0" err="1"/>
              <a:t>texto</a:t>
            </a:r>
            <a:r>
              <a:rPr lang="en-US" dirty="0"/>
              <a:t> ser </a:t>
            </a:r>
            <a:r>
              <a:rPr lang="en-US" dirty="0" err="1"/>
              <a:t>customizavel</a:t>
            </a:r>
            <a:r>
              <a:rPr lang="en-US" dirty="0"/>
              <a:t>. Sera “pre-registration open” </a:t>
            </a:r>
            <a:r>
              <a:rPr lang="en-US" dirty="0" err="1"/>
              <a:t>ou</a:t>
            </a:r>
            <a:r>
              <a:rPr lang="en-US" dirty="0"/>
              <a:t> “registration open”</a:t>
            </a:r>
            <a:br>
              <a:rPr lang="en-US" dirty="0"/>
            </a:br>
            <a:r>
              <a:rPr lang="en-US" dirty="0"/>
              <a:t>28) </a:t>
            </a:r>
            <a:r>
              <a:rPr lang="en-US" dirty="0" err="1"/>
              <a:t>customizavel</a:t>
            </a:r>
            <a:r>
              <a:rPr lang="en-US" dirty="0"/>
              <a:t> com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em</a:t>
            </a:r>
            <a:r>
              <a:rPr lang="en-US" dirty="0"/>
              <a:t>  “This is a pre-registration open” </a:t>
            </a:r>
            <a:r>
              <a:rPr lang="en-US" dirty="0" err="1"/>
              <a:t>ou</a:t>
            </a:r>
            <a:r>
              <a:rPr lang="en-US" dirty="0"/>
              <a:t> “Register now”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Instructions: The main applicant should be the largest natural shareholder of the company (30%+)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77DCEE-B77F-5BF3-CE22-678024224A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03"/>
          <a:stretch>
            <a:fillRect/>
          </a:stretch>
        </p:blipFill>
        <p:spPr>
          <a:xfrm>
            <a:off x="237144" y="427289"/>
            <a:ext cx="6945441" cy="281156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EE74182-52E7-0835-727F-2065BCBEBFEF}"/>
              </a:ext>
            </a:extLst>
          </p:cNvPr>
          <p:cNvSpPr/>
          <p:nvPr/>
        </p:nvSpPr>
        <p:spPr>
          <a:xfrm>
            <a:off x="1094591" y="45272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0F28900-DBC5-25BB-5843-47B1663E1623}"/>
              </a:ext>
            </a:extLst>
          </p:cNvPr>
          <p:cNvSpPr/>
          <p:nvPr/>
        </p:nvSpPr>
        <p:spPr>
          <a:xfrm>
            <a:off x="1571731" y="1528069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2C9D2E-BC0E-B815-A0EB-AB9A528A661B}"/>
              </a:ext>
            </a:extLst>
          </p:cNvPr>
          <p:cNvSpPr/>
          <p:nvPr/>
        </p:nvSpPr>
        <p:spPr>
          <a:xfrm>
            <a:off x="5091174" y="132930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44FA93F-A466-6942-17AF-7BC49EC31FAB}"/>
              </a:ext>
            </a:extLst>
          </p:cNvPr>
          <p:cNvSpPr/>
          <p:nvPr/>
        </p:nvSpPr>
        <p:spPr>
          <a:xfrm>
            <a:off x="3149855" y="2669569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26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05C72CC-2430-29AD-40CB-5B9B6A1C5464}"/>
              </a:ext>
            </a:extLst>
          </p:cNvPr>
          <p:cNvSpPr/>
          <p:nvPr/>
        </p:nvSpPr>
        <p:spPr>
          <a:xfrm>
            <a:off x="1286317" y="1993776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27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CFA3F76-C5B1-FE62-1C77-171FEF860BD9}"/>
              </a:ext>
            </a:extLst>
          </p:cNvPr>
          <p:cNvSpPr/>
          <p:nvPr/>
        </p:nvSpPr>
        <p:spPr>
          <a:xfrm>
            <a:off x="2378755" y="2291455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042722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0C8BEF-36BD-4756-C8B6-44DBF90569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07" y="261876"/>
            <a:ext cx="6195701" cy="6914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4EB621-04E2-FA0A-FD7E-301828CFE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768" y="4849100"/>
            <a:ext cx="7039440" cy="6562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19F0A1C-09CB-8F5F-D2C1-4B11C595DF23}"/>
              </a:ext>
            </a:extLst>
          </p:cNvPr>
          <p:cNvSpPr txBox="1"/>
          <p:nvPr/>
        </p:nvSpPr>
        <p:spPr>
          <a:xfrm>
            <a:off x="7236151" y="306969"/>
            <a:ext cx="46759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29) </a:t>
            </a:r>
            <a:r>
              <a:rPr lang="en-US" sz="1200" dirty="0" err="1"/>
              <a:t>Reduzir</a:t>
            </a:r>
            <a:r>
              <a:rPr lang="en-US" sz="1200" dirty="0"/>
              <a:t> </a:t>
            </a:r>
            <a:r>
              <a:rPr lang="en-US" sz="1200" dirty="0" err="1"/>
              <a:t>tamanho</a:t>
            </a:r>
            <a:r>
              <a:rPr lang="en-US" sz="1200" dirty="0"/>
              <a:t> do </a:t>
            </a:r>
            <a:r>
              <a:rPr lang="en-US" sz="1200" dirty="0" err="1"/>
              <a:t>icone</a:t>
            </a:r>
            <a:r>
              <a:rPr lang="en-US" sz="1200" dirty="0"/>
              <a:t> de </a:t>
            </a:r>
            <a:r>
              <a:rPr lang="en-US" sz="1200" dirty="0" err="1"/>
              <a:t>arquivo</a:t>
            </a:r>
            <a:br>
              <a:rPr lang="en-US" sz="1200" dirty="0"/>
            </a:br>
            <a:r>
              <a:rPr lang="en-US" sz="1200" dirty="0"/>
              <a:t>30) Mudar </a:t>
            </a:r>
            <a:r>
              <a:rPr lang="en-US" sz="1200" dirty="0" err="1"/>
              <a:t>apra</a:t>
            </a:r>
            <a:r>
              <a:rPr lang="en-US" sz="1200" dirty="0"/>
              <a:t> sentence case</a:t>
            </a:r>
            <a:br>
              <a:rPr lang="en-US" sz="1200" dirty="0"/>
            </a:br>
            <a:r>
              <a:rPr lang="en-US" sz="1200" dirty="0"/>
              <a:t>31) use text “If you need support, download our step-by-step PDF guide. It covers competition rules, timeline, and tips for a winning application. It’s available in English, Spanish, and Portuguese.”</a:t>
            </a:r>
            <a:br>
              <a:rPr lang="en-US" sz="1200" dirty="0"/>
            </a:br>
            <a:r>
              <a:rPr lang="en-US" sz="1200" dirty="0"/>
              <a:t>32)</a:t>
            </a:r>
            <a:r>
              <a:rPr lang="en-US" sz="1200" dirty="0" err="1"/>
              <a:t>Alterar</a:t>
            </a:r>
            <a:r>
              <a:rPr lang="en-US" sz="1200" dirty="0"/>
              <a:t> </a:t>
            </a:r>
            <a:r>
              <a:rPr lang="en-US" sz="1200" dirty="0" err="1"/>
              <a:t>texto</a:t>
            </a:r>
            <a:r>
              <a:rPr lang="en-US" sz="1200" dirty="0"/>
              <a:t> para </a:t>
            </a:r>
            <a:r>
              <a:rPr lang="en-US" sz="1200" dirty="0" err="1"/>
              <a:t>cinza</a:t>
            </a:r>
            <a:br>
              <a:rPr lang="en-US" sz="1200" dirty="0"/>
            </a:br>
            <a:r>
              <a:rPr lang="en-US" sz="1200" dirty="0"/>
              <a:t>33) </a:t>
            </a:r>
            <a:r>
              <a:rPr lang="en-US" sz="1200" dirty="0" err="1"/>
              <a:t>alterar</a:t>
            </a:r>
            <a:r>
              <a:rPr lang="en-US" sz="1200" dirty="0"/>
              <a:t> </a:t>
            </a:r>
            <a:r>
              <a:rPr lang="en-US" sz="1200" dirty="0" err="1"/>
              <a:t>texto</a:t>
            </a:r>
            <a:r>
              <a:rPr lang="en-US" sz="1200" dirty="0"/>
              <a:t> para  “Is your company a legally registered entity? Com </a:t>
            </a:r>
            <a:r>
              <a:rPr lang="en-US" sz="1200" dirty="0" err="1"/>
              <a:t>opcoes</a:t>
            </a:r>
            <a:r>
              <a:rPr lang="en-US" sz="1200" dirty="0"/>
              <a:t> “Registered as a company” e ”Not yet established as a company” </a:t>
            </a:r>
            <a:r>
              <a:rPr lang="en-US" sz="1200" dirty="0" err="1"/>
              <a:t>removendo</a:t>
            </a:r>
            <a:r>
              <a:rPr lang="en-US" sz="1200" dirty="0"/>
              <a:t> “China” e “other countries” </a:t>
            </a:r>
            <a:br>
              <a:rPr lang="en-US" sz="1200" dirty="0"/>
            </a:br>
            <a:r>
              <a:rPr lang="en-US" sz="1200" dirty="0"/>
              <a:t>34) Fazer “Full Name of the Company” campo </a:t>
            </a:r>
            <a:r>
              <a:rPr lang="en-US" sz="1200" dirty="0" err="1"/>
              <a:t>obrigatorio</a:t>
            </a:r>
            <a:r>
              <a:rPr lang="en-US" sz="1200" dirty="0"/>
              <a:t> </a:t>
            </a:r>
          </a:p>
          <a:p>
            <a:r>
              <a:rPr lang="en-US" sz="1200" dirty="0"/>
              <a:t>35) </a:t>
            </a:r>
            <a:r>
              <a:rPr lang="en-US" sz="1200" dirty="0" err="1"/>
              <a:t>Alterar</a:t>
            </a:r>
            <a:r>
              <a:rPr lang="en-US" sz="1200" dirty="0"/>
              <a:t> modo de </a:t>
            </a:r>
            <a:r>
              <a:rPr lang="en-US" sz="1200" dirty="0" err="1"/>
              <a:t>selecao</a:t>
            </a:r>
            <a:r>
              <a:rPr lang="en-US" sz="1200" dirty="0"/>
              <a:t> de </a:t>
            </a:r>
            <a:r>
              <a:rPr lang="en-US" sz="1200" dirty="0" err="1"/>
              <a:t>botoes</a:t>
            </a:r>
            <a:r>
              <a:rPr lang="en-US" sz="1200" dirty="0"/>
              <a:t>, </a:t>
            </a:r>
            <a:r>
              <a:rPr lang="en-US" sz="1200" dirty="0" err="1"/>
              <a:t>removendo</a:t>
            </a:r>
            <a:r>
              <a:rPr lang="en-US" sz="1200" dirty="0"/>
              <a:t> </a:t>
            </a:r>
            <a:r>
              <a:rPr lang="en-US" sz="1200" dirty="0" err="1"/>
              <a:t>circulo</a:t>
            </a:r>
            <a:r>
              <a:rPr lang="en-US" sz="1200" dirty="0"/>
              <a:t> </a:t>
            </a:r>
            <a:r>
              <a:rPr lang="en-US" sz="1200" dirty="0" err="1"/>
              <a:t>rpeto</a:t>
            </a:r>
            <a:r>
              <a:rPr lang="en-US" sz="1200" dirty="0"/>
              <a:t> para </a:t>
            </a:r>
            <a:r>
              <a:rPr lang="en-US" sz="1200" dirty="0" err="1"/>
              <a:t>tornar</a:t>
            </a:r>
            <a:r>
              <a:rPr lang="en-US" sz="1200" dirty="0"/>
              <a:t> o </a:t>
            </a:r>
            <a:r>
              <a:rPr lang="en-US" sz="1200" dirty="0" err="1"/>
              <a:t>botao</a:t>
            </a:r>
            <a:r>
              <a:rPr lang="en-US" sz="1200" dirty="0"/>
              <a:t> </a:t>
            </a:r>
            <a:r>
              <a:rPr lang="en-US" sz="1200" dirty="0" err="1"/>
              <a:t>todo</a:t>
            </a:r>
            <a:r>
              <a:rPr lang="en-US" sz="1200" dirty="0"/>
              <a:t> HEX </a:t>
            </a:r>
            <a:r>
              <a:rPr lang="en-US" sz="1200" dirty="0" err="1"/>
              <a:t>ebebeb</a:t>
            </a:r>
            <a:r>
              <a:rPr lang="en-US" sz="1200" dirty="0"/>
              <a:t> com </a:t>
            </a:r>
            <a:r>
              <a:rPr lang="en-US" sz="1200" dirty="0" err="1"/>
              <a:t>strole</a:t>
            </a:r>
            <a:r>
              <a:rPr lang="en-US" sz="1200" dirty="0"/>
              <a:t> HEX888888 </a:t>
            </a:r>
            <a:r>
              <a:rPr lang="en-US" sz="1200" dirty="0" err="1"/>
              <a:t>ao</a:t>
            </a:r>
            <a:r>
              <a:rPr lang="en-US" sz="1200" dirty="0"/>
              <a:t> </a:t>
            </a:r>
            <a:r>
              <a:rPr lang="en-US" sz="1200" dirty="0" err="1"/>
              <a:t>clicar</a:t>
            </a:r>
            <a:r>
              <a:rPr lang="en-US" sz="1200" dirty="0"/>
              <a:t>. </a:t>
            </a:r>
            <a:br>
              <a:rPr lang="en-US" sz="1200" dirty="0"/>
            </a:br>
            <a:r>
              <a:rPr lang="en-US" sz="1200" dirty="0"/>
              <a:t>36) </a:t>
            </a:r>
            <a:r>
              <a:rPr lang="en-US" sz="1200" dirty="0" err="1"/>
              <a:t>alterar</a:t>
            </a:r>
            <a:r>
              <a:rPr lang="en-US" sz="1200" dirty="0"/>
              <a:t> </a:t>
            </a:r>
            <a:r>
              <a:rPr lang="en-US" sz="1200" dirty="0" err="1"/>
              <a:t>cor</a:t>
            </a:r>
            <a:r>
              <a:rPr lang="en-US" sz="1200" dirty="0"/>
              <a:t> de </a:t>
            </a:r>
            <a:r>
              <a:rPr lang="en-US" sz="1200" dirty="0" err="1"/>
              <a:t>texto</a:t>
            </a:r>
            <a:r>
              <a:rPr lang="en-US" sz="1200" dirty="0"/>
              <a:t> de placeholders </a:t>
            </a:r>
            <a:r>
              <a:rPr lang="en-US" sz="1200" dirty="0" err="1"/>
              <a:t>indicados</a:t>
            </a:r>
            <a:r>
              <a:rPr lang="en-US" sz="1200" dirty="0"/>
              <a:t> mas </a:t>
            </a:r>
            <a:r>
              <a:rPr lang="en-US" sz="1200" dirty="0" err="1"/>
              <a:t>tbm</a:t>
            </a:r>
            <a:r>
              <a:rPr lang="en-US" sz="1200" dirty="0"/>
              <a:t> para outros placeholders da </a:t>
            </a:r>
            <a:r>
              <a:rPr lang="en-US" sz="1200" dirty="0" err="1"/>
              <a:t>pagina</a:t>
            </a:r>
            <a:r>
              <a:rPr lang="en-US" sz="1200" dirty="0"/>
              <a:t> para </a:t>
            </a:r>
            <a:r>
              <a:rPr lang="en-US" sz="1200" dirty="0" err="1"/>
              <a:t>HEXbfbfbf</a:t>
            </a:r>
            <a:br>
              <a:rPr lang="en-US" sz="1200" dirty="0"/>
            </a:br>
            <a:br>
              <a:rPr lang="en-US" sz="1200" dirty="0"/>
            </a:br>
            <a:endParaRPr lang="en-US" sz="1200" dirty="0"/>
          </a:p>
          <a:p>
            <a:br>
              <a:rPr lang="en-US" sz="1200" dirty="0"/>
            </a:b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1C615D-44E4-691C-8777-2A7A9CF59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936" y="1134132"/>
            <a:ext cx="6234871" cy="7230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0B1105A-856C-5070-8872-A94579D17452}"/>
              </a:ext>
            </a:extLst>
          </p:cNvPr>
          <p:cNvSpPr/>
          <p:nvPr/>
        </p:nvSpPr>
        <p:spPr>
          <a:xfrm>
            <a:off x="393107" y="518888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29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66913FA-2314-93F5-5E53-4360DA0CC852}"/>
              </a:ext>
            </a:extLst>
          </p:cNvPr>
          <p:cNvSpPr/>
          <p:nvPr/>
        </p:nvSpPr>
        <p:spPr>
          <a:xfrm>
            <a:off x="4844041" y="341488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8FCD89-AE2E-12EA-9446-053C1571BB8C}"/>
              </a:ext>
            </a:extLst>
          </p:cNvPr>
          <p:cNvSpPr/>
          <p:nvPr/>
        </p:nvSpPr>
        <p:spPr>
          <a:xfrm>
            <a:off x="5716424" y="306969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30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F572CF3-A82B-6929-5E4B-80223A5E673E}"/>
              </a:ext>
            </a:extLst>
          </p:cNvPr>
          <p:cNvSpPr/>
          <p:nvPr/>
        </p:nvSpPr>
        <p:spPr>
          <a:xfrm>
            <a:off x="3980203" y="73781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F496C8-F509-AF47-57D3-94AB623815C4}"/>
              </a:ext>
            </a:extLst>
          </p:cNvPr>
          <p:cNvSpPr txBox="1"/>
          <p:nvPr/>
        </p:nvSpPr>
        <p:spPr>
          <a:xfrm>
            <a:off x="381229" y="-15123"/>
            <a:ext cx="54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Atual</a:t>
            </a:r>
            <a:endParaRPr 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C6045A-C5F9-FA04-F253-A5F249BD42ED}"/>
              </a:ext>
            </a:extLst>
          </p:cNvPr>
          <p:cNvSpPr txBox="1"/>
          <p:nvPr/>
        </p:nvSpPr>
        <p:spPr>
          <a:xfrm>
            <a:off x="343228" y="1825556"/>
            <a:ext cx="1172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Proposto</a:t>
            </a:r>
            <a:endParaRPr lang="en-US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7FBA933-DA2F-F09E-0932-657A902D2E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507" y="2369474"/>
            <a:ext cx="6674265" cy="5745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8E1A95FB-D4F9-09A2-297A-B6CB0C75450B}"/>
              </a:ext>
            </a:extLst>
          </p:cNvPr>
          <p:cNvSpPr/>
          <p:nvPr/>
        </p:nvSpPr>
        <p:spPr>
          <a:xfrm>
            <a:off x="4307350" y="256805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D075310-7013-90AF-4FFA-91E09FA423E7}"/>
              </a:ext>
            </a:extLst>
          </p:cNvPr>
          <p:cNvSpPr/>
          <p:nvPr/>
        </p:nvSpPr>
        <p:spPr>
          <a:xfrm>
            <a:off x="5620561" y="2576717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6D83C19-ED53-0D2E-649C-CC4024AA1DCE}"/>
              </a:ext>
            </a:extLst>
          </p:cNvPr>
          <p:cNvSpPr/>
          <p:nvPr/>
        </p:nvSpPr>
        <p:spPr>
          <a:xfrm>
            <a:off x="2627425" y="258241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58AF4A9-8969-9076-D76A-9F461DBCC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75" y="3059463"/>
            <a:ext cx="5091278" cy="7126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Oval 26">
            <a:extLst>
              <a:ext uri="{FF2B5EF4-FFF2-40B4-BE49-F238E27FC236}">
                <a16:creationId xmlns:a16="http://schemas.microsoft.com/office/drawing/2014/main" id="{6FCE7C3A-6220-2E85-F849-B1F8B08DDBE0}"/>
              </a:ext>
            </a:extLst>
          </p:cNvPr>
          <p:cNvSpPr/>
          <p:nvPr/>
        </p:nvSpPr>
        <p:spPr>
          <a:xfrm>
            <a:off x="2615598" y="310344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DB291E6-7BB2-B795-9BA2-2EDD12E115B8}"/>
              </a:ext>
            </a:extLst>
          </p:cNvPr>
          <p:cNvSpPr/>
          <p:nvPr/>
        </p:nvSpPr>
        <p:spPr>
          <a:xfrm>
            <a:off x="4824408" y="334798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33</a:t>
            </a:r>
          </a:p>
        </p:txBody>
      </p:sp>
      <p:sp>
        <p:nvSpPr>
          <p:cNvPr id="29" name="Multiplication Sign 28">
            <a:extLst>
              <a:ext uri="{FF2B5EF4-FFF2-40B4-BE49-F238E27FC236}">
                <a16:creationId xmlns:a16="http://schemas.microsoft.com/office/drawing/2014/main" id="{C09B2F27-31D2-5E1D-F2DD-97F21533656E}"/>
              </a:ext>
            </a:extLst>
          </p:cNvPr>
          <p:cNvSpPr/>
          <p:nvPr/>
        </p:nvSpPr>
        <p:spPr>
          <a:xfrm>
            <a:off x="2005720" y="3280844"/>
            <a:ext cx="316194" cy="333644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ultiplication Sign 29">
            <a:extLst>
              <a:ext uri="{FF2B5EF4-FFF2-40B4-BE49-F238E27FC236}">
                <a16:creationId xmlns:a16="http://schemas.microsoft.com/office/drawing/2014/main" id="{A9737129-FD02-89FF-55E1-581D2A0D92EA}"/>
              </a:ext>
            </a:extLst>
          </p:cNvPr>
          <p:cNvSpPr/>
          <p:nvPr/>
        </p:nvSpPr>
        <p:spPr>
          <a:xfrm>
            <a:off x="751753" y="3280844"/>
            <a:ext cx="316194" cy="333644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DEE7AFA-C637-1301-003A-5A8276721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9508" y="3875262"/>
            <a:ext cx="5321053" cy="594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192B0F94-7DE4-FDDB-96C8-0604B64A94E3}"/>
              </a:ext>
            </a:extLst>
          </p:cNvPr>
          <p:cNvSpPr/>
          <p:nvPr/>
        </p:nvSpPr>
        <p:spPr>
          <a:xfrm>
            <a:off x="1435739" y="3959561"/>
            <a:ext cx="159999" cy="148044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34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F17EEDF-0A32-AC00-CD49-D570A2AE0AF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07" y="4531274"/>
            <a:ext cx="2573870" cy="635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0A7ABB2-C02B-3F0A-62F1-2F88F9186B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3227" y="5260274"/>
            <a:ext cx="4288593" cy="11988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1AE50C12-31E8-32CE-68B5-235399A910BC}"/>
              </a:ext>
            </a:extLst>
          </p:cNvPr>
          <p:cNvSpPr/>
          <p:nvPr/>
        </p:nvSpPr>
        <p:spPr>
          <a:xfrm>
            <a:off x="488970" y="501164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35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B43B512-BED9-E137-879F-5C87C3CB1DFD}"/>
              </a:ext>
            </a:extLst>
          </p:cNvPr>
          <p:cNvSpPr/>
          <p:nvPr/>
        </p:nvSpPr>
        <p:spPr>
          <a:xfrm>
            <a:off x="1595525" y="5484294"/>
            <a:ext cx="157326" cy="14557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0DF798C-0129-DDA8-47F0-57C47F41B63D}"/>
              </a:ext>
            </a:extLst>
          </p:cNvPr>
          <p:cNvSpPr/>
          <p:nvPr/>
        </p:nvSpPr>
        <p:spPr>
          <a:xfrm>
            <a:off x="1375226" y="6202612"/>
            <a:ext cx="157326" cy="14557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AAF8525-A98C-5E8D-B29F-55321F88533E}"/>
              </a:ext>
            </a:extLst>
          </p:cNvPr>
          <p:cNvSpPr/>
          <p:nvPr/>
        </p:nvSpPr>
        <p:spPr>
          <a:xfrm>
            <a:off x="1719315" y="5833992"/>
            <a:ext cx="157326" cy="14557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36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00C3036-A5D2-7620-24BE-B7B125D7427B}"/>
              </a:ext>
            </a:extLst>
          </p:cNvPr>
          <p:cNvSpPr/>
          <p:nvPr/>
        </p:nvSpPr>
        <p:spPr>
          <a:xfrm>
            <a:off x="5179427" y="497922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076F7A-10B1-C79B-6063-09D9FEEABB2F}"/>
              </a:ext>
            </a:extLst>
          </p:cNvPr>
          <p:cNvSpPr txBox="1"/>
          <p:nvPr/>
        </p:nvSpPr>
        <p:spPr>
          <a:xfrm>
            <a:off x="6994984" y="2944032"/>
            <a:ext cx="49171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37) </a:t>
            </a:r>
            <a:r>
              <a:rPr lang="en-US" sz="1200" dirty="0" err="1"/>
              <a:t>Alterar</a:t>
            </a:r>
            <a:r>
              <a:rPr lang="en-US" sz="1200" dirty="0"/>
              <a:t> </a:t>
            </a:r>
            <a:r>
              <a:rPr lang="en-US" sz="1200" dirty="0" err="1"/>
              <a:t>texto</a:t>
            </a:r>
            <a:r>
              <a:rPr lang="en-US" sz="1200" dirty="0"/>
              <a:t> para “</a:t>
            </a:r>
            <a:r>
              <a:rPr lang="en-US" sz="1200" b="1" dirty="0"/>
              <a:t>Instructions: </a:t>
            </a:r>
            <a:r>
              <a:rPr lang="en-US" sz="1200" dirty="0"/>
              <a:t>The main applicant must be the company’s largest shareholder, with 30% or more equity.”</a:t>
            </a:r>
            <a:br>
              <a:rPr lang="en-US" sz="1200" dirty="0"/>
            </a:br>
            <a:r>
              <a:rPr lang="en-US" sz="1200" dirty="0"/>
              <a:t>38) </a:t>
            </a:r>
            <a:r>
              <a:rPr lang="en-US" sz="1200" dirty="0" err="1"/>
              <a:t>Alterar</a:t>
            </a:r>
            <a:r>
              <a:rPr lang="en-US" sz="1200" dirty="0"/>
              <a:t> </a:t>
            </a:r>
            <a:r>
              <a:rPr lang="en-US" sz="1200" dirty="0" err="1"/>
              <a:t>texto</a:t>
            </a:r>
            <a:r>
              <a:rPr lang="en-US" sz="1200" dirty="0"/>
              <a:t> para “your@companyemail.com — Enter a valid email address to receive confirmations and updates.”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EFFBC32-9745-FB12-698C-4A627395EB3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9904" y="5730866"/>
            <a:ext cx="7252096" cy="8044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C30BB113-62F6-384F-530A-B06236678210}"/>
              </a:ext>
            </a:extLst>
          </p:cNvPr>
          <p:cNvSpPr/>
          <p:nvPr/>
        </p:nvSpPr>
        <p:spPr>
          <a:xfrm>
            <a:off x="6220589" y="6086448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182386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63E207-177B-CB88-3D38-9D86BA75A22E}"/>
              </a:ext>
            </a:extLst>
          </p:cNvPr>
          <p:cNvSpPr txBox="1"/>
          <p:nvPr/>
        </p:nvSpPr>
        <p:spPr>
          <a:xfrm>
            <a:off x="7056689" y="638236"/>
            <a:ext cx="506979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39) Change to “Tell us about your startup — if you need, you can also use AI as a tool to help you write each section faster”</a:t>
            </a:r>
            <a:br>
              <a:rPr lang="en-US" sz="1200" dirty="0"/>
            </a:br>
            <a:r>
              <a:rPr lang="en-US" sz="1200" dirty="0"/>
              <a:t>40) </a:t>
            </a:r>
            <a:r>
              <a:rPr lang="en-US" sz="1200" dirty="0" err="1"/>
              <a:t>Modificar</a:t>
            </a:r>
            <a:r>
              <a:rPr lang="en-US" sz="1200" dirty="0"/>
              <a:t> “Investment Value” para “Progress to Date”</a:t>
            </a:r>
            <a:br>
              <a:rPr lang="en-US" sz="1200" dirty="0"/>
            </a:br>
            <a:r>
              <a:rPr lang="en-US" sz="1200" dirty="0"/>
              <a:t>41)  </a:t>
            </a:r>
            <a:r>
              <a:rPr lang="en-US" sz="1200" dirty="0" err="1"/>
              <a:t>Criar</a:t>
            </a:r>
            <a:r>
              <a:rPr lang="en-US" sz="1200" dirty="0"/>
              <a:t> novo campo </a:t>
            </a:r>
            <a:r>
              <a:rPr lang="en-US" sz="1200" dirty="0" err="1"/>
              <a:t>nomeado</a:t>
            </a:r>
            <a:r>
              <a:rPr lang="en-US" sz="1200" dirty="0"/>
              <a:t> “Funding Amount Requested ” logo </a:t>
            </a:r>
            <a:r>
              <a:rPr lang="en-US" sz="1200" dirty="0" err="1"/>
              <a:t>abaixo</a:t>
            </a:r>
            <a:br>
              <a:rPr lang="en-US" sz="1200" dirty="0"/>
            </a:br>
            <a:r>
              <a:rPr lang="en-US" sz="1200" dirty="0"/>
              <a:t>42) Change text to “Describe what your company has achieved so far, such as product progress, users, specific revenue, and key milestones.</a:t>
            </a:r>
            <a:br>
              <a:rPr lang="en-US" sz="1200" dirty="0"/>
            </a:br>
            <a:r>
              <a:rPr lang="en-US" sz="1200" dirty="0"/>
              <a:t>43) </a:t>
            </a:r>
            <a:r>
              <a:rPr lang="en-US" sz="1200" dirty="0" err="1"/>
              <a:t>Alterar</a:t>
            </a:r>
            <a:r>
              <a:rPr lang="en-US" sz="1200" dirty="0"/>
              <a:t> Estilo de A) para B)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48E2D3-0572-4846-D016-905321E6A9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0115"/>
          <a:stretch>
            <a:fillRect/>
          </a:stretch>
        </p:blipFill>
        <p:spPr>
          <a:xfrm>
            <a:off x="535819" y="501502"/>
            <a:ext cx="6100974" cy="7830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5549C3-C00A-0875-99E9-D71657429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19" y="1587887"/>
            <a:ext cx="6148124" cy="128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2FB9113-797D-D3BC-1602-5160B9D57BA1}"/>
              </a:ext>
            </a:extLst>
          </p:cNvPr>
          <p:cNvSpPr/>
          <p:nvPr/>
        </p:nvSpPr>
        <p:spPr>
          <a:xfrm>
            <a:off x="3981591" y="89303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39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C2F4B83-4DD7-6B64-7044-7F83507A43F8}"/>
              </a:ext>
            </a:extLst>
          </p:cNvPr>
          <p:cNvSpPr/>
          <p:nvPr/>
        </p:nvSpPr>
        <p:spPr>
          <a:xfrm>
            <a:off x="1536070" y="1653899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A0FB4CE-E538-B0CB-91B6-BF7CC94E7EAD}"/>
              </a:ext>
            </a:extLst>
          </p:cNvPr>
          <p:cNvSpPr/>
          <p:nvPr/>
        </p:nvSpPr>
        <p:spPr>
          <a:xfrm>
            <a:off x="5269157" y="1930535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088CED8-DA64-7F73-6B05-61B06C70B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4033" y="3172055"/>
            <a:ext cx="5481671" cy="21954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5CDD309-90AF-7E23-0BED-1BAA87BF4D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781" y="3172055"/>
            <a:ext cx="5987761" cy="16291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9853D8D9-2588-320A-55FA-BF6AB892874D}"/>
              </a:ext>
            </a:extLst>
          </p:cNvPr>
          <p:cNvSpPr/>
          <p:nvPr/>
        </p:nvSpPr>
        <p:spPr>
          <a:xfrm>
            <a:off x="1380507" y="3630087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547F079-3449-C366-CC9D-1316C25B6169}"/>
              </a:ext>
            </a:extLst>
          </p:cNvPr>
          <p:cNvSpPr/>
          <p:nvPr/>
        </p:nvSpPr>
        <p:spPr>
          <a:xfrm>
            <a:off x="8181535" y="3718787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F4488CF-C09D-F654-5900-5E5686E429DB}"/>
              </a:ext>
            </a:extLst>
          </p:cNvPr>
          <p:cNvSpPr/>
          <p:nvPr/>
        </p:nvSpPr>
        <p:spPr>
          <a:xfrm>
            <a:off x="1249471" y="4422181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39A022A-296D-65C6-A8F3-895FAA737A38}"/>
              </a:ext>
            </a:extLst>
          </p:cNvPr>
          <p:cNvSpPr/>
          <p:nvPr/>
        </p:nvSpPr>
        <p:spPr>
          <a:xfrm>
            <a:off x="8181535" y="481206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45952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523559-7FB7-B913-50B3-778738496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97" y="414188"/>
            <a:ext cx="5018621" cy="15386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74E1CF-6696-8CA4-2DB0-87E4CC5E9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4188"/>
            <a:ext cx="4902976" cy="1294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BB6EC7-95FA-0145-0244-274B95D9A81C}"/>
              </a:ext>
            </a:extLst>
          </p:cNvPr>
          <p:cNvSpPr txBox="1"/>
          <p:nvPr/>
        </p:nvSpPr>
        <p:spPr>
          <a:xfrm>
            <a:off x="177325" y="2217961"/>
            <a:ext cx="101459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44) </a:t>
            </a:r>
            <a:r>
              <a:rPr lang="en-US" sz="1200" dirty="0" err="1"/>
              <a:t>Alterar</a:t>
            </a:r>
            <a:r>
              <a:rPr lang="en-US" sz="1200" dirty="0"/>
              <a:t> Estilo de A) para B) – </a:t>
            </a:r>
            <a:r>
              <a:rPr lang="en-US" sz="1200" dirty="0" err="1"/>
              <a:t>mudanca</a:t>
            </a:r>
            <a:r>
              <a:rPr lang="en-US" sz="1200" dirty="0"/>
              <a:t> de </a:t>
            </a:r>
            <a:r>
              <a:rPr lang="en-US" sz="1200" dirty="0" err="1"/>
              <a:t>cor</a:t>
            </a:r>
            <a:r>
              <a:rPr lang="en-US" sz="1200" dirty="0"/>
              <a:t> (grey) com mouseover, icons para </a:t>
            </a:r>
            <a:r>
              <a:rPr lang="en-US" sz="1200" dirty="0" err="1"/>
              <a:t>cata</a:t>
            </a:r>
            <a:r>
              <a:rPr lang="en-US" sz="1200" dirty="0"/>
              <a:t> </a:t>
            </a:r>
            <a:r>
              <a:rPr lang="en-US" sz="1200" dirty="0" err="1"/>
              <a:t>dategoria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cor</a:t>
            </a:r>
            <a:r>
              <a:rPr lang="en-US" sz="1200" dirty="0"/>
              <a:t> pastel </a:t>
            </a:r>
            <a:r>
              <a:rPr lang="en-US" sz="1200" dirty="0" err="1"/>
              <a:t>highlightes</a:t>
            </a:r>
            <a:r>
              <a:rPr lang="en-US" sz="1200" dirty="0"/>
              <a:t> on mouseover. </a:t>
            </a:r>
            <a:r>
              <a:rPr lang="en-US" sz="1200" dirty="0" err="1"/>
              <a:t>Unbold</a:t>
            </a:r>
            <a:r>
              <a:rPr lang="en-US" sz="1200" dirty="0"/>
              <a:t> fonts.</a:t>
            </a:r>
            <a:br>
              <a:rPr lang="en-US" sz="1200" dirty="0"/>
            </a:br>
            <a:r>
              <a:rPr lang="en-US" sz="1200" dirty="0"/>
              <a:t>45) </a:t>
            </a:r>
            <a:r>
              <a:rPr lang="en-US" sz="1200" dirty="0" err="1"/>
              <a:t>Primeira</a:t>
            </a:r>
            <a:r>
              <a:rPr lang="en-US" sz="1200" dirty="0"/>
              <a:t> </a:t>
            </a:r>
            <a:r>
              <a:rPr lang="en-US" sz="1200" dirty="0" err="1"/>
              <a:t>opcao</a:t>
            </a:r>
            <a:r>
              <a:rPr lang="en-US" sz="1200" dirty="0"/>
              <a:t> greyed out</a:t>
            </a:r>
            <a:br>
              <a:rPr lang="en-US" sz="1200" dirty="0"/>
            </a:br>
            <a:r>
              <a:rPr lang="en-US" sz="1200" dirty="0"/>
              <a:t>46) </a:t>
            </a:r>
            <a:r>
              <a:rPr lang="en-US" sz="1200" dirty="0" err="1"/>
              <a:t>botao</a:t>
            </a:r>
            <a:r>
              <a:rPr lang="en-US" sz="1200" dirty="0"/>
              <a:t> “write with AI” </a:t>
            </a:r>
            <a:r>
              <a:rPr lang="en-US" sz="1200" dirty="0" err="1"/>
              <a:t>esta</a:t>
            </a:r>
            <a:r>
              <a:rPr lang="en-US" sz="1200" dirty="0"/>
              <a:t> </a:t>
            </a:r>
            <a:r>
              <a:rPr lang="en-US" sz="1200" dirty="0" err="1"/>
              <a:t>cobrindo</a:t>
            </a:r>
            <a:r>
              <a:rPr lang="en-US" sz="1200" dirty="0"/>
              <a:t> o </a:t>
            </a:r>
            <a:r>
              <a:rPr lang="en-US" sz="1200" dirty="0" err="1"/>
              <a:t>texto</a:t>
            </a:r>
            <a:br>
              <a:rPr lang="en-US" sz="1200" dirty="0"/>
            </a:br>
            <a:r>
              <a:rPr lang="en-US" sz="1200" dirty="0"/>
              <a:t>47) A) </a:t>
            </a:r>
            <a:r>
              <a:rPr lang="en-US" sz="1200" dirty="0" err="1"/>
              <a:t>texto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Sentence case, remover </a:t>
            </a:r>
            <a:r>
              <a:rPr lang="en-US" sz="1200" dirty="0" err="1"/>
              <a:t>circulo</a:t>
            </a:r>
            <a:r>
              <a:rPr lang="en-US" sz="1200" dirty="0"/>
              <a:t> </a:t>
            </a:r>
            <a:r>
              <a:rPr lang="en-US" sz="1200" dirty="0" err="1"/>
              <a:t>preto</a:t>
            </a:r>
            <a:r>
              <a:rPr lang="en-US" sz="1200" dirty="0"/>
              <a:t>, B) </a:t>
            </a:r>
            <a:r>
              <a:rPr lang="en-US" sz="1200" dirty="0" err="1"/>
              <a:t>aumentar</a:t>
            </a:r>
            <a:r>
              <a:rPr lang="en-US" sz="1200" dirty="0"/>
              <a:t> </a:t>
            </a:r>
            <a:r>
              <a:rPr lang="en-US" sz="1200" dirty="0" err="1"/>
              <a:t>largura</a:t>
            </a:r>
            <a:r>
              <a:rPr lang="en-US" sz="1200" dirty="0"/>
              <a:t> do </a:t>
            </a:r>
            <a:r>
              <a:rPr lang="en-US" sz="1200" dirty="0" err="1"/>
              <a:t>botao</a:t>
            </a:r>
            <a:r>
              <a:rPr lang="en-US" sz="1200" dirty="0"/>
              <a:t> Vermelho, C) </a:t>
            </a:r>
            <a:r>
              <a:rPr lang="en-US" sz="1200" dirty="0" err="1"/>
              <a:t>fazer</a:t>
            </a:r>
            <a:r>
              <a:rPr lang="en-US" sz="1200" dirty="0"/>
              <a:t> </a:t>
            </a:r>
            <a:r>
              <a:rPr lang="en-US" sz="1200" dirty="0" err="1"/>
              <a:t>ponto</a:t>
            </a:r>
            <a:r>
              <a:rPr lang="en-US" sz="1200" dirty="0"/>
              <a:t> </a:t>
            </a:r>
            <a:r>
              <a:rPr lang="en-US" sz="1200" dirty="0" err="1"/>
              <a:t>branco</a:t>
            </a:r>
            <a:r>
              <a:rPr lang="en-US" sz="1200" dirty="0"/>
              <a:t> </a:t>
            </a:r>
            <a:r>
              <a:rPr lang="en-US" sz="1200" dirty="0" err="1"/>
              <a:t>animado</a:t>
            </a:r>
            <a:r>
              <a:rPr lang="en-US" sz="1200" dirty="0"/>
              <a:t> (</a:t>
            </a:r>
            <a:r>
              <a:rPr lang="en-US" sz="1200" dirty="0" err="1"/>
              <a:t>pulsante</a:t>
            </a:r>
            <a:r>
              <a:rPr lang="en-US" sz="1200" dirty="0"/>
              <a:t>,   </a:t>
            </a:r>
            <a:r>
              <a:rPr lang="en-US" sz="1200" dirty="0" err="1"/>
              <a:t>devagar</a:t>
            </a:r>
            <a:r>
              <a:rPr lang="en-US" sz="1200" dirty="0"/>
              <a:t>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BEDAC65-E78B-CECA-B17D-3EAFD984266D}"/>
              </a:ext>
            </a:extLst>
          </p:cNvPr>
          <p:cNvSpPr/>
          <p:nvPr/>
        </p:nvSpPr>
        <p:spPr>
          <a:xfrm>
            <a:off x="5055392" y="414188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3C0E6A9-BE75-2B0B-CA81-88C368A73D8E}"/>
              </a:ext>
            </a:extLst>
          </p:cNvPr>
          <p:cNvSpPr/>
          <p:nvPr/>
        </p:nvSpPr>
        <p:spPr>
          <a:xfrm>
            <a:off x="10903113" y="34881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D90014-FBF8-07D2-4A4A-D890A53C8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325" y="3175744"/>
            <a:ext cx="4244199" cy="1822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182E98-B322-4927-DC5A-0C06B96777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255" y="3175744"/>
            <a:ext cx="4513918" cy="1913772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BC5A0410-BCD3-070B-9D21-AD8014DBE6C1}"/>
              </a:ext>
            </a:extLst>
          </p:cNvPr>
          <p:cNvSpPr/>
          <p:nvPr/>
        </p:nvSpPr>
        <p:spPr>
          <a:xfrm>
            <a:off x="4249690" y="3158119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E5C99E-1B04-E004-C3B6-7D57CA3A7C8F}"/>
              </a:ext>
            </a:extLst>
          </p:cNvPr>
          <p:cNvSpPr/>
          <p:nvPr/>
        </p:nvSpPr>
        <p:spPr>
          <a:xfrm>
            <a:off x="9473447" y="317574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89D9E5D-4F4E-CFC7-81D2-E42ABE54BCDF}"/>
              </a:ext>
            </a:extLst>
          </p:cNvPr>
          <p:cNvSpPr/>
          <p:nvPr/>
        </p:nvSpPr>
        <p:spPr>
          <a:xfrm>
            <a:off x="4940578" y="29280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44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C06EC3C-2671-5BB9-AF07-0BEE25F4AB7D}"/>
              </a:ext>
            </a:extLst>
          </p:cNvPr>
          <p:cNvSpPr/>
          <p:nvPr/>
        </p:nvSpPr>
        <p:spPr>
          <a:xfrm>
            <a:off x="10807250" y="20410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44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53ECCD-CB99-CB01-B691-2C5AD2216BB5}"/>
              </a:ext>
            </a:extLst>
          </p:cNvPr>
          <p:cNvSpPr/>
          <p:nvPr/>
        </p:nvSpPr>
        <p:spPr>
          <a:xfrm>
            <a:off x="4153827" y="295701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E24C19E-80D1-E645-B17E-75255D60C28A}"/>
              </a:ext>
            </a:extLst>
          </p:cNvPr>
          <p:cNvSpPr/>
          <p:nvPr/>
        </p:nvSpPr>
        <p:spPr>
          <a:xfrm>
            <a:off x="9377584" y="2972657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45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620049A-820B-7523-BE11-751A783DFD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508" y="5309623"/>
            <a:ext cx="5158597" cy="13636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00E3AEEA-C2AF-6C7B-2710-7701473D4344}"/>
              </a:ext>
            </a:extLst>
          </p:cNvPr>
          <p:cNvSpPr/>
          <p:nvPr/>
        </p:nvSpPr>
        <p:spPr>
          <a:xfrm>
            <a:off x="4511326" y="577982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46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4A46BEA-3664-4A8B-5396-88CE67A5AB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6707" y="5370486"/>
            <a:ext cx="4966871" cy="8186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Oval 25">
            <a:extLst>
              <a:ext uri="{FF2B5EF4-FFF2-40B4-BE49-F238E27FC236}">
                <a16:creationId xmlns:a16="http://schemas.microsoft.com/office/drawing/2014/main" id="{739861BF-FB09-B739-F202-3EEF3A3E8C74}"/>
              </a:ext>
            </a:extLst>
          </p:cNvPr>
          <p:cNvSpPr/>
          <p:nvPr/>
        </p:nvSpPr>
        <p:spPr>
          <a:xfrm>
            <a:off x="8740070" y="577982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428979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7ED2F7-D542-68DC-760D-E1DD0FEC1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52" y="475733"/>
            <a:ext cx="5272753" cy="27257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E79749-8BC1-09CA-DC58-380AAEB37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541" y="2387142"/>
            <a:ext cx="6096000" cy="298408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899C2E47-B6EA-E4C0-1C3F-3596F899D2A5}"/>
              </a:ext>
            </a:extLst>
          </p:cNvPr>
          <p:cNvSpPr/>
          <p:nvPr/>
        </p:nvSpPr>
        <p:spPr>
          <a:xfrm>
            <a:off x="425013" y="238714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48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FFA3D6C-A9FD-65A7-D326-5ABA25ECD588}"/>
              </a:ext>
            </a:extLst>
          </p:cNvPr>
          <p:cNvSpPr/>
          <p:nvPr/>
        </p:nvSpPr>
        <p:spPr>
          <a:xfrm>
            <a:off x="2934342" y="238714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55A7FC-73B2-7B1E-7BD8-5BD790C400D2}"/>
              </a:ext>
            </a:extLst>
          </p:cNvPr>
          <p:cNvSpPr txBox="1"/>
          <p:nvPr/>
        </p:nvSpPr>
        <p:spPr>
          <a:xfrm>
            <a:off x="5794048" y="842088"/>
            <a:ext cx="65289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48) Fazer </a:t>
            </a:r>
            <a:r>
              <a:rPr lang="en-US" sz="1200" dirty="0" err="1"/>
              <a:t>circulos</a:t>
            </a:r>
            <a:r>
              <a:rPr lang="en-US" sz="1200" dirty="0"/>
              <a:t> </a:t>
            </a:r>
            <a:r>
              <a:rPr lang="en-US" sz="1200" dirty="0" err="1"/>
              <a:t>pulsantes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</a:t>
            </a:r>
            <a:r>
              <a:rPr lang="en-US" sz="1200" dirty="0" err="1"/>
              <a:t>vermelho</a:t>
            </a:r>
            <a:r>
              <a:rPr lang="en-US" sz="1200" dirty="0"/>
              <a:t> (</a:t>
            </a:r>
            <a:r>
              <a:rPr lang="en-US" sz="1200" dirty="0" err="1"/>
              <a:t>esquerda</a:t>
            </a:r>
            <a:r>
              <a:rPr lang="en-US" sz="1200" dirty="0"/>
              <a:t>) e </a:t>
            </a:r>
            <a:r>
              <a:rPr lang="en-US" sz="1200" dirty="0" err="1"/>
              <a:t>azul</a:t>
            </a:r>
            <a:r>
              <a:rPr lang="en-US" sz="1200" dirty="0"/>
              <a:t> (</a:t>
            </a:r>
            <a:r>
              <a:rPr lang="en-US" sz="1200" dirty="0" err="1"/>
              <a:t>direita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49) </a:t>
            </a:r>
            <a:r>
              <a:rPr lang="en-US" sz="1200" dirty="0" err="1"/>
              <a:t>Alterar</a:t>
            </a:r>
            <a:r>
              <a:rPr lang="en-US" sz="1200" dirty="0"/>
              <a:t> </a:t>
            </a:r>
            <a:r>
              <a:rPr lang="en-US" sz="1200" dirty="0" err="1"/>
              <a:t>cor</a:t>
            </a:r>
            <a:r>
              <a:rPr lang="en-US" sz="1200" dirty="0"/>
              <a:t> para </a:t>
            </a:r>
            <a:r>
              <a:rPr lang="en-US" sz="1200" dirty="0" err="1"/>
              <a:t>preto</a:t>
            </a:r>
            <a:br>
              <a:rPr lang="en-US" sz="1200" dirty="0"/>
            </a:br>
            <a:r>
              <a:rPr lang="en-US" sz="1200" dirty="0"/>
              <a:t>50) </a:t>
            </a:r>
            <a:r>
              <a:rPr lang="en-US" sz="1200" dirty="0" err="1"/>
              <a:t>deixar</a:t>
            </a:r>
            <a:r>
              <a:rPr lang="en-US" sz="1200" dirty="0"/>
              <a:t> menu com </a:t>
            </a:r>
            <a:r>
              <a:rPr lang="en-US" sz="1200" dirty="0" err="1"/>
              <a:t>trasnparencia</a:t>
            </a:r>
            <a:r>
              <a:rPr lang="en-US" sz="1200" dirty="0"/>
              <a:t> no scroll down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6DE179-CF4C-73E0-FA64-87DC4EAFC6C1}"/>
              </a:ext>
            </a:extLst>
          </p:cNvPr>
          <p:cNvSpPr/>
          <p:nvPr/>
        </p:nvSpPr>
        <p:spPr>
          <a:xfrm>
            <a:off x="1286713" y="220974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49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FDD75AD-6980-B596-51B4-C7FFBD2A21D5}"/>
              </a:ext>
            </a:extLst>
          </p:cNvPr>
          <p:cNvSpPr/>
          <p:nvPr/>
        </p:nvSpPr>
        <p:spPr>
          <a:xfrm>
            <a:off x="3780661" y="2121846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49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51FB132-C4E1-2D54-6935-2FB8D2431C7D}"/>
              </a:ext>
            </a:extLst>
          </p:cNvPr>
          <p:cNvSpPr/>
          <p:nvPr/>
        </p:nvSpPr>
        <p:spPr>
          <a:xfrm>
            <a:off x="7301528" y="250228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4B4CFF-FCE1-9ADB-9855-980E4F6F1010}"/>
              </a:ext>
            </a:extLst>
          </p:cNvPr>
          <p:cNvSpPr txBox="1"/>
          <p:nvPr/>
        </p:nvSpPr>
        <p:spPr>
          <a:xfrm>
            <a:off x="31824" y="186524"/>
            <a:ext cx="54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Atual</a:t>
            </a:r>
            <a:endParaRPr 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831A79-8D68-A4B9-ABF1-296E7532444C}"/>
              </a:ext>
            </a:extLst>
          </p:cNvPr>
          <p:cNvSpPr txBox="1"/>
          <p:nvPr/>
        </p:nvSpPr>
        <p:spPr>
          <a:xfrm>
            <a:off x="5851592" y="5371222"/>
            <a:ext cx="1172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Proposto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60972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4B6B88-92AA-271E-6EF3-995BEB3D8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25" y="2918745"/>
            <a:ext cx="7688432" cy="2381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919453-E75E-2EA1-9EB2-0201818AA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25" y="222189"/>
            <a:ext cx="7688432" cy="22347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15D37D-2D24-59F5-55EE-BA3917FB10E7}"/>
              </a:ext>
            </a:extLst>
          </p:cNvPr>
          <p:cNvSpPr txBox="1"/>
          <p:nvPr/>
        </p:nvSpPr>
        <p:spPr>
          <a:xfrm>
            <a:off x="153825" y="2389896"/>
            <a:ext cx="5482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Atual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D77446-4352-F619-26D0-CD38D4288C59}"/>
              </a:ext>
            </a:extLst>
          </p:cNvPr>
          <p:cNvSpPr txBox="1"/>
          <p:nvPr/>
        </p:nvSpPr>
        <p:spPr>
          <a:xfrm>
            <a:off x="153825" y="5371222"/>
            <a:ext cx="1172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Proposto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EBB0B5-C387-88F1-3E40-AF6CC143A2C3}"/>
              </a:ext>
            </a:extLst>
          </p:cNvPr>
          <p:cNvSpPr txBox="1"/>
          <p:nvPr/>
        </p:nvSpPr>
        <p:spPr>
          <a:xfrm>
            <a:off x="7921950" y="552301"/>
            <a:ext cx="65289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51) </a:t>
            </a:r>
            <a:r>
              <a:rPr lang="en-US" sz="1200" dirty="0" err="1"/>
              <a:t>Alterar</a:t>
            </a:r>
            <a:r>
              <a:rPr lang="en-US" sz="1200" dirty="0"/>
              <a:t> o stroke para </a:t>
            </a:r>
            <a:r>
              <a:rPr lang="en-US" sz="1200" dirty="0" err="1"/>
              <a:t>gradiente</a:t>
            </a:r>
            <a:r>
              <a:rPr lang="en-US" sz="1200" dirty="0"/>
              <a:t> de </a:t>
            </a:r>
            <a:r>
              <a:rPr lang="en-US" sz="1200" dirty="0" err="1"/>
              <a:t>vermelho</a:t>
            </a:r>
            <a:r>
              <a:rPr lang="en-US" sz="1200" dirty="0"/>
              <a:t> a </a:t>
            </a:r>
            <a:r>
              <a:rPr lang="en-US" sz="1200" dirty="0" err="1"/>
              <a:t>azul</a:t>
            </a:r>
            <a:r>
              <a:rPr lang="en-US" sz="1200" dirty="0"/>
              <a:t> o </a:t>
            </a:r>
            <a:r>
              <a:rPr lang="en-US" sz="1200" dirty="0" err="1"/>
              <a:t>redor</a:t>
            </a:r>
            <a:r>
              <a:rPr lang="en-US" sz="1200" dirty="0"/>
              <a:t> </a:t>
            </a:r>
          </a:p>
          <a:p>
            <a:r>
              <a:rPr lang="en-US" sz="1200" dirty="0"/>
              <a:t>do card no </a:t>
            </a:r>
            <a:r>
              <a:rPr lang="en-US" sz="1200" dirty="0" err="1"/>
              <a:t>lugar</a:t>
            </a:r>
            <a:r>
              <a:rPr lang="en-US" sz="1200" dirty="0"/>
              <a:t> do </a:t>
            </a:r>
            <a:r>
              <a:rPr lang="en-US" sz="1200" dirty="0" err="1"/>
              <a:t>traço</a:t>
            </a:r>
            <a:r>
              <a:rPr lang="en-US" sz="1200" dirty="0"/>
              <a:t> vertical </a:t>
            </a:r>
            <a:r>
              <a:rPr lang="en-US" sz="1200" dirty="0" err="1"/>
              <a:t>vermelho</a:t>
            </a:r>
            <a:endParaRPr lang="en-US" sz="12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E742BE-AD72-3EA1-9321-D8C12F9C7649}"/>
              </a:ext>
            </a:extLst>
          </p:cNvPr>
          <p:cNvSpPr/>
          <p:nvPr/>
        </p:nvSpPr>
        <p:spPr>
          <a:xfrm>
            <a:off x="6096000" y="125087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20204912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DA4791-3B4E-8D4D-2551-8695F5BB9FF7}"/>
              </a:ext>
            </a:extLst>
          </p:cNvPr>
          <p:cNvSpPr txBox="1"/>
          <p:nvPr/>
        </p:nvSpPr>
        <p:spPr>
          <a:xfrm>
            <a:off x="0" y="0"/>
            <a:ext cx="86932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https://inovacao-hub.vercel.app/competitions/greater-tech-challenge-2025/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563DE-34D5-8909-BD85-AABB4D06F57E}"/>
              </a:ext>
            </a:extLst>
          </p:cNvPr>
          <p:cNvSpPr txBox="1"/>
          <p:nvPr/>
        </p:nvSpPr>
        <p:spPr>
          <a:xfrm>
            <a:off x="384564" y="4356831"/>
            <a:ext cx="101459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52)  </a:t>
            </a:r>
            <a:r>
              <a:rPr lang="en-US" sz="1200" dirty="0" err="1"/>
              <a:t>Alterar</a:t>
            </a:r>
            <a:r>
              <a:rPr lang="en-US" sz="1200" dirty="0"/>
              <a:t> design da </a:t>
            </a:r>
            <a:r>
              <a:rPr lang="en-US" sz="1200" dirty="0" err="1"/>
              <a:t>pagina</a:t>
            </a:r>
            <a:r>
              <a:rPr lang="en-US" sz="1200" dirty="0"/>
              <a:t> </a:t>
            </a:r>
            <a:r>
              <a:rPr lang="en-US" sz="1200" dirty="0" err="1"/>
              <a:t>padrao</a:t>
            </a:r>
            <a:r>
              <a:rPr lang="en-US" sz="1200" dirty="0"/>
              <a:t> de </a:t>
            </a:r>
            <a:r>
              <a:rPr lang="en-US" sz="1200" dirty="0" err="1"/>
              <a:t>desafios</a:t>
            </a:r>
            <a:r>
              <a:rPr lang="en-US" sz="1200" dirty="0"/>
              <a:t> e </a:t>
            </a:r>
            <a:r>
              <a:rPr lang="en-US" sz="1200" dirty="0" err="1"/>
              <a:t>competicoes</a:t>
            </a:r>
            <a:r>
              <a:rPr lang="en-US" sz="1200" dirty="0"/>
              <a:t>: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A) remover card “</a:t>
            </a:r>
            <a:r>
              <a:rPr lang="en-US" sz="1200" b="1" dirty="0"/>
              <a:t>Application flow”</a:t>
            </a:r>
            <a:br>
              <a:rPr lang="en-US" sz="1200" b="1" dirty="0"/>
            </a:br>
            <a:r>
              <a:rPr lang="en-US" sz="1200" dirty="0"/>
              <a:t>B) </a:t>
            </a:r>
            <a:r>
              <a:rPr lang="en-US" sz="1200" dirty="0" err="1"/>
              <a:t>incluir</a:t>
            </a:r>
            <a:r>
              <a:rPr lang="en-US" sz="1200" dirty="0"/>
              <a:t> area de </a:t>
            </a:r>
            <a:r>
              <a:rPr lang="en-US" sz="1200" dirty="0" err="1"/>
              <a:t>texto</a:t>
            </a:r>
            <a:r>
              <a:rPr lang="en-US" sz="1200" dirty="0"/>
              <a:t> </a:t>
            </a:r>
            <a:r>
              <a:rPr lang="en-US" sz="1200" dirty="0" err="1"/>
              <a:t>onde</a:t>
            </a:r>
            <a:r>
              <a:rPr lang="en-US" sz="1200" dirty="0"/>
              <a:t> </a:t>
            </a:r>
            <a:r>
              <a:rPr lang="en-US" sz="1200" dirty="0" err="1"/>
              <a:t>foto</a:t>
            </a:r>
            <a:r>
              <a:rPr lang="en-US" sz="1200" dirty="0"/>
              <a:t> </a:t>
            </a:r>
            <a:r>
              <a:rPr lang="en-US" sz="1200" dirty="0" err="1"/>
              <a:t>pode</a:t>
            </a:r>
            <a:r>
              <a:rPr lang="en-US" sz="1200" dirty="0"/>
              <a:t> ser </a:t>
            </a:r>
            <a:r>
              <a:rPr lang="en-US" sz="1200" dirty="0" err="1"/>
              <a:t>adicionada</a:t>
            </a:r>
            <a:r>
              <a:rPr lang="en-US" sz="1200" dirty="0"/>
              <a:t> no </a:t>
            </a:r>
            <a:r>
              <a:rPr lang="en-US" sz="1200" dirty="0" err="1"/>
              <a:t>lugar</a:t>
            </a:r>
            <a:r>
              <a:rPr lang="en-US" sz="1200" dirty="0"/>
              <a:t> de application flow</a:t>
            </a:r>
            <a:br>
              <a:rPr lang="en-US" sz="1200" dirty="0"/>
            </a:br>
            <a:br>
              <a:rPr lang="en-US" sz="1200" dirty="0"/>
            </a:br>
            <a:r>
              <a:rPr lang="en-US" sz="1200" dirty="0"/>
              <a:t>53) remover area “Track Startup Competitions” e </a:t>
            </a:r>
            <a:r>
              <a:rPr lang="en-US" sz="1200" dirty="0" err="1"/>
              <a:t>substituir</a:t>
            </a:r>
            <a:r>
              <a:rPr lang="en-US" sz="1200" dirty="0"/>
              <a:t> </a:t>
            </a:r>
            <a:r>
              <a:rPr lang="en-US" sz="1200" dirty="0" err="1"/>
              <a:t>por</a:t>
            </a:r>
            <a:r>
              <a:rPr lang="en-US" sz="1200" dirty="0"/>
              <a:t> “FOCUS)” </a:t>
            </a:r>
            <a:r>
              <a:rPr lang="en-US" sz="1200" dirty="0" err="1"/>
              <a:t>atualmente</a:t>
            </a:r>
            <a:r>
              <a:rPr lang="en-US" sz="1200" dirty="0"/>
              <a:t> a </a:t>
            </a:r>
            <a:r>
              <a:rPr lang="en-US" sz="1200" dirty="0" err="1"/>
              <a:t>direita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54) </a:t>
            </a:r>
            <a:r>
              <a:rPr lang="en-US" sz="1200" dirty="0" err="1"/>
              <a:t>substituir</a:t>
            </a:r>
            <a:r>
              <a:rPr lang="en-US" sz="1200" dirty="0"/>
              <a:t> card “FOCUS” </a:t>
            </a:r>
            <a:r>
              <a:rPr lang="en-US" sz="1200" dirty="0" err="1"/>
              <a:t>por</a:t>
            </a:r>
            <a:r>
              <a:rPr lang="en-US" sz="1200" dirty="0"/>
              <a:t> </a:t>
            </a:r>
            <a:r>
              <a:rPr lang="en-US" sz="1200" dirty="0" err="1"/>
              <a:t>botao</a:t>
            </a:r>
            <a:r>
              <a:rPr lang="en-US" sz="1200" dirty="0"/>
              <a:t> de </a:t>
            </a:r>
            <a:r>
              <a:rPr lang="en-US" sz="1200" dirty="0" err="1"/>
              <a:t>registro</a:t>
            </a:r>
            <a:r>
              <a:rPr lang="en-US" sz="1200" dirty="0"/>
              <a:t>  (55) </a:t>
            </a:r>
            <a:br>
              <a:rPr lang="en-US" sz="1200" dirty="0"/>
            </a:br>
            <a:r>
              <a:rPr lang="en-US" sz="1200" dirty="0"/>
              <a:t>56) remover </a:t>
            </a:r>
            <a:r>
              <a:rPr lang="en-US" sz="1200" dirty="0" err="1"/>
              <a:t>botao</a:t>
            </a:r>
            <a:r>
              <a:rPr lang="en-US" sz="1200" dirty="0"/>
              <a:t> de </a:t>
            </a:r>
            <a:r>
              <a:rPr lang="en-US" sz="1200" dirty="0" err="1"/>
              <a:t>registro</a:t>
            </a:r>
            <a:r>
              <a:rPr lang="en-US" sz="1200" dirty="0"/>
              <a:t> (55) card de card superior </a:t>
            </a:r>
            <a:r>
              <a:rPr lang="en-US" sz="1200" dirty="0" err="1"/>
              <a:t>direito</a:t>
            </a:r>
            <a:br>
              <a:rPr lang="en-US" sz="1200" dirty="0"/>
            </a:br>
            <a:r>
              <a:rPr lang="en-US" sz="1200" dirty="0"/>
              <a:t>57) </a:t>
            </a:r>
            <a:r>
              <a:rPr lang="en-US" sz="1200" dirty="0" err="1"/>
              <a:t>certificar</a:t>
            </a:r>
            <a:r>
              <a:rPr lang="en-US" sz="1200" dirty="0"/>
              <a:t>-se </a:t>
            </a:r>
            <a:r>
              <a:rPr lang="en-US" sz="1200" dirty="0" err="1"/>
              <a:t>que</a:t>
            </a:r>
            <a:r>
              <a:rPr lang="en-US" sz="1200" dirty="0"/>
              <a:t> a </a:t>
            </a:r>
            <a:r>
              <a:rPr lang="en-US" sz="1200" dirty="0" err="1"/>
              <a:t>moeda</a:t>
            </a:r>
            <a:r>
              <a:rPr lang="en-US" sz="1200" dirty="0"/>
              <a:t> </a:t>
            </a:r>
            <a:r>
              <a:rPr lang="en-US" sz="1200" dirty="0" err="1"/>
              <a:t>pode</a:t>
            </a:r>
            <a:r>
              <a:rPr lang="en-US" sz="1200" dirty="0"/>
              <a:t> ser </a:t>
            </a:r>
            <a:r>
              <a:rPr lang="en-US" sz="1200" dirty="0" err="1"/>
              <a:t>alterada</a:t>
            </a:r>
            <a:r>
              <a:rPr lang="en-US" sz="1200" dirty="0"/>
              <a:t> e </a:t>
            </a:r>
            <a:r>
              <a:rPr lang="en-US" sz="1200" dirty="0" err="1"/>
              <a:t>quantidade</a:t>
            </a:r>
            <a:r>
              <a:rPr lang="en-US" sz="1200" dirty="0"/>
              <a:t> </a:t>
            </a:r>
            <a:r>
              <a:rPr lang="en-US" sz="1200" dirty="0" err="1"/>
              <a:t>customizada</a:t>
            </a:r>
            <a:r>
              <a:rPr lang="en-US" sz="1200" dirty="0"/>
              <a:t> com </a:t>
            </a:r>
            <a:r>
              <a:rPr lang="en-US" sz="1200" dirty="0" err="1"/>
              <a:t>letras</a:t>
            </a:r>
            <a:r>
              <a:rPr lang="en-US" sz="1200" dirty="0"/>
              <a:t> e </a:t>
            </a:r>
            <a:r>
              <a:rPr lang="en-US" sz="1200" dirty="0" err="1"/>
              <a:t>numeros</a:t>
            </a:r>
            <a:br>
              <a:rPr lang="en-US" sz="1200" dirty="0"/>
            </a:br>
            <a:r>
              <a:rPr lang="en-US" sz="1200" dirty="0"/>
              <a:t>58) </a:t>
            </a:r>
            <a:r>
              <a:rPr lang="en-US" sz="1200" dirty="0" err="1"/>
              <a:t>pagina</a:t>
            </a:r>
            <a:r>
              <a:rPr lang="en-US" sz="1200" dirty="0"/>
              <a:t> de </a:t>
            </a:r>
            <a:r>
              <a:rPr lang="en-US" sz="1200" dirty="0" err="1"/>
              <a:t>desafios</a:t>
            </a:r>
            <a:r>
              <a:rPr lang="en-US" sz="1200" dirty="0"/>
              <a:t>/</a:t>
            </a:r>
            <a:r>
              <a:rPr lang="en-US" sz="1200" dirty="0" err="1"/>
              <a:t>competicoes</a:t>
            </a:r>
            <a:r>
              <a:rPr lang="en-US" sz="1200" dirty="0"/>
              <a:t> area 4: certificar0se </a:t>
            </a:r>
            <a:r>
              <a:rPr lang="en-US" sz="1200" dirty="0" err="1"/>
              <a:t>que</a:t>
            </a:r>
            <a:r>
              <a:rPr lang="en-US" sz="1200" dirty="0"/>
              <a:t> </a:t>
            </a:r>
            <a:r>
              <a:rPr lang="en-US" sz="1200" dirty="0" err="1"/>
              <a:t>texto</a:t>
            </a:r>
            <a:r>
              <a:rPr lang="en-US" sz="1200" dirty="0"/>
              <a:t>  </a:t>
            </a:r>
            <a:r>
              <a:rPr lang="en-US" sz="1200" dirty="0" err="1"/>
              <a:t>pode</a:t>
            </a:r>
            <a:r>
              <a:rPr lang="en-US" sz="1200" dirty="0"/>
              <a:t> ser </a:t>
            </a:r>
            <a:r>
              <a:rPr lang="en-US" sz="1200" dirty="0" err="1"/>
              <a:t>alterado</a:t>
            </a:r>
            <a:r>
              <a:rPr lang="en-US" sz="1200" dirty="0"/>
              <a:t> e </a:t>
            </a:r>
            <a:r>
              <a:rPr lang="en-US" sz="1200" dirty="0" err="1"/>
              <a:t>negrito</a:t>
            </a:r>
            <a:r>
              <a:rPr lang="en-US" sz="1200" dirty="0"/>
              <a:t> </a:t>
            </a:r>
            <a:r>
              <a:rPr lang="en-US" sz="1200" dirty="0" err="1"/>
              <a:t>utilizado</a:t>
            </a:r>
            <a:br>
              <a:rPr lang="en-US" sz="1200" dirty="0"/>
            </a:br>
            <a:r>
              <a:rPr lang="en-US" sz="1200" dirty="0"/>
              <a:t>59) footer de </a:t>
            </a:r>
            <a:r>
              <a:rPr lang="en-US" sz="1200" dirty="0" err="1"/>
              <a:t>paginas</a:t>
            </a:r>
            <a:r>
              <a:rPr lang="en-US" sz="1200" dirty="0"/>
              <a:t> </a:t>
            </a:r>
            <a:r>
              <a:rPr lang="en-US" sz="1200" dirty="0" err="1"/>
              <a:t>brancas</a:t>
            </a:r>
            <a:r>
              <a:rPr lang="en-US" sz="1200" dirty="0"/>
              <a:t>: language switcher design </a:t>
            </a:r>
            <a:r>
              <a:rPr lang="en-US" sz="1200" dirty="0" err="1"/>
              <a:t>correto</a:t>
            </a:r>
            <a:r>
              <a:rPr lang="en-US" sz="1200" dirty="0"/>
              <a:t> (</a:t>
            </a:r>
            <a:r>
              <a:rPr lang="en-US" sz="1200" dirty="0" err="1"/>
              <a:t>sem</a:t>
            </a:r>
            <a:r>
              <a:rPr lang="en-US" sz="1200" dirty="0"/>
              <a:t> </a:t>
            </a:r>
            <a:r>
              <a:rPr lang="en-US" sz="1200" dirty="0" err="1"/>
              <a:t>texto</a:t>
            </a:r>
            <a:r>
              <a:rPr lang="en-US" sz="1200" dirty="0"/>
              <a:t>) mas nao eh </a:t>
            </a:r>
            <a:r>
              <a:rPr lang="en-US" sz="1200" dirty="0" err="1"/>
              <a:t>clicavel</a:t>
            </a:r>
            <a:r>
              <a:rPr lang="en-US" sz="1200" dirty="0"/>
              <a:t> – um </a:t>
            </a:r>
            <a:r>
              <a:rPr lang="en-US" sz="1200" dirty="0" err="1"/>
              <a:t>pequeno</a:t>
            </a:r>
            <a:r>
              <a:rPr lang="en-US" sz="1200" dirty="0"/>
              <a:t> bug</a:t>
            </a:r>
            <a:br>
              <a:rPr lang="en-US" sz="1200" dirty="0"/>
            </a:br>
            <a:r>
              <a:rPr lang="en-US" sz="1200" dirty="0"/>
              <a:t>60) footer de </a:t>
            </a:r>
            <a:r>
              <a:rPr lang="en-US" sz="1200" dirty="0" err="1"/>
              <a:t>paginas</a:t>
            </a:r>
            <a:r>
              <a:rPr lang="en-US" sz="1200" dirty="0"/>
              <a:t> </a:t>
            </a:r>
            <a:r>
              <a:rPr lang="en-US" sz="1200" dirty="0" err="1"/>
              <a:t>brancas</a:t>
            </a:r>
            <a:r>
              <a:rPr lang="en-US" sz="1200" dirty="0"/>
              <a:t>: </a:t>
            </a:r>
            <a:r>
              <a:rPr lang="en-US" sz="1200" dirty="0" err="1"/>
              <a:t>linkar</a:t>
            </a:r>
            <a:r>
              <a:rPr lang="en-US" sz="1200" dirty="0"/>
              <a:t> para </a:t>
            </a:r>
            <a:r>
              <a:rPr lang="en-US" sz="1200" dirty="0" err="1"/>
              <a:t>pagina</a:t>
            </a:r>
            <a:r>
              <a:rPr lang="en-US" sz="1200" dirty="0"/>
              <a:t> </a:t>
            </a:r>
            <a:r>
              <a:rPr lang="en-US" sz="1200" dirty="0">
                <a:hlinkClick r:id="rId2"/>
              </a:rPr>
              <a:t>https://inovacao-hub.vercel.app/competitions</a:t>
            </a:r>
            <a:r>
              <a:rPr lang="en-US" sz="1200" dirty="0"/>
              <a:t> com a aba para startup competitions </a:t>
            </a:r>
            <a:r>
              <a:rPr lang="en-US" sz="1200" dirty="0" err="1"/>
              <a:t>ou</a:t>
            </a:r>
            <a:r>
              <a:rPr lang="en-US" sz="1200" dirty="0"/>
              <a:t> corporate challenges </a:t>
            </a:r>
            <a:r>
              <a:rPr lang="en-US" sz="1200" dirty="0" err="1"/>
              <a:t>respectivamente</a:t>
            </a:r>
            <a:endParaRPr lang="en-US" sz="1200" dirty="0"/>
          </a:p>
          <a:p>
            <a:br>
              <a:rPr lang="en-US" sz="1200" dirty="0"/>
            </a:b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0FC7C8-6FA1-5E8F-C4C8-B63F6CE4E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65" y="653744"/>
            <a:ext cx="5694734" cy="26982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F4B2072-2F25-6102-D849-8A980575A1DE}"/>
              </a:ext>
            </a:extLst>
          </p:cNvPr>
          <p:cNvSpPr/>
          <p:nvPr/>
        </p:nvSpPr>
        <p:spPr>
          <a:xfrm>
            <a:off x="1250037" y="251666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A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24FD9D-BB58-E9C8-AECD-5DFE245662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167" y="653744"/>
            <a:ext cx="4999290" cy="5148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32B44ED-E608-72C9-FDFF-5B302B8722F9}"/>
              </a:ext>
            </a:extLst>
          </p:cNvPr>
          <p:cNvSpPr/>
          <p:nvPr/>
        </p:nvSpPr>
        <p:spPr>
          <a:xfrm>
            <a:off x="1058311" y="242796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52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6330A15-3D3F-43F2-69B4-5786E01BE885}"/>
              </a:ext>
            </a:extLst>
          </p:cNvPr>
          <p:cNvSpPr/>
          <p:nvPr/>
        </p:nvSpPr>
        <p:spPr>
          <a:xfrm>
            <a:off x="2654950" y="300768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1BDAF84-817C-341E-3C0E-E82721EF9A51}"/>
              </a:ext>
            </a:extLst>
          </p:cNvPr>
          <p:cNvSpPr/>
          <p:nvPr/>
        </p:nvSpPr>
        <p:spPr>
          <a:xfrm>
            <a:off x="2846676" y="3007683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C98D64-04B4-B1DE-C97B-9667D609E3DA}"/>
              </a:ext>
            </a:extLst>
          </p:cNvPr>
          <p:cNvSpPr/>
          <p:nvPr/>
        </p:nvSpPr>
        <p:spPr>
          <a:xfrm>
            <a:off x="8968812" y="672925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53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D143617-17B1-FAC0-7668-7AF1BAE6FEAD}"/>
              </a:ext>
            </a:extLst>
          </p:cNvPr>
          <p:cNvSpPr/>
          <p:nvPr/>
        </p:nvSpPr>
        <p:spPr>
          <a:xfrm>
            <a:off x="10069852" y="672925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53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A2C9F4-FDBC-212B-1143-2FFA4F015C52}"/>
              </a:ext>
            </a:extLst>
          </p:cNvPr>
          <p:cNvSpPr/>
          <p:nvPr/>
        </p:nvSpPr>
        <p:spPr>
          <a:xfrm>
            <a:off x="10739046" y="71625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54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346683F-1E67-98AD-ED83-BC829FA51A2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618"/>
          <a:stretch>
            <a:fillRect/>
          </a:stretch>
        </p:blipFill>
        <p:spPr>
          <a:xfrm>
            <a:off x="6348876" y="1705595"/>
            <a:ext cx="1991820" cy="508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4C957C3E-C132-7DE2-BA63-ABB511108DE0}"/>
              </a:ext>
            </a:extLst>
          </p:cNvPr>
          <p:cNvSpPr/>
          <p:nvPr/>
        </p:nvSpPr>
        <p:spPr>
          <a:xfrm>
            <a:off x="6469167" y="1825492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55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6AD93D1-2A5B-0FE8-9CCA-A5FBA446D6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00838" y="1705595"/>
            <a:ext cx="1792577" cy="1129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5" name="Multiplication Sign 24">
            <a:extLst>
              <a:ext uri="{FF2B5EF4-FFF2-40B4-BE49-F238E27FC236}">
                <a16:creationId xmlns:a16="http://schemas.microsoft.com/office/drawing/2014/main" id="{B49AB2B1-D419-1037-2874-7C0DE6D7C2A1}"/>
              </a:ext>
            </a:extLst>
          </p:cNvPr>
          <p:cNvSpPr/>
          <p:nvPr/>
        </p:nvSpPr>
        <p:spPr>
          <a:xfrm>
            <a:off x="10372462" y="2405848"/>
            <a:ext cx="316194" cy="333644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42879AB-9C4C-4BF1-5621-C87BAF35A35C}"/>
              </a:ext>
            </a:extLst>
          </p:cNvPr>
          <p:cNvSpPr txBox="1"/>
          <p:nvPr/>
        </p:nvSpPr>
        <p:spPr>
          <a:xfrm>
            <a:off x="9570032" y="1914192"/>
            <a:ext cx="542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✔️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235EE2-25BB-CEDC-582A-A35A7B62F6AA}"/>
              </a:ext>
            </a:extLst>
          </p:cNvPr>
          <p:cNvSpPr txBox="1"/>
          <p:nvPr/>
        </p:nvSpPr>
        <p:spPr>
          <a:xfrm>
            <a:off x="8772533" y="2219895"/>
            <a:ext cx="542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✔️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08AB26F-A6F6-50C4-204A-DCDCACAF24F4}"/>
              </a:ext>
            </a:extLst>
          </p:cNvPr>
          <p:cNvSpPr/>
          <p:nvPr/>
        </p:nvSpPr>
        <p:spPr>
          <a:xfrm>
            <a:off x="9346748" y="2589227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56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56DCA30-C596-0523-C816-CA5AE08458F0}"/>
              </a:ext>
            </a:extLst>
          </p:cNvPr>
          <p:cNvSpPr/>
          <p:nvPr/>
        </p:nvSpPr>
        <p:spPr>
          <a:xfrm>
            <a:off x="9346748" y="185454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57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EBBF0A6-8F4B-E73C-95FD-78F7F7AF52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537" y="3522560"/>
            <a:ext cx="7438037" cy="5999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Oval 33">
            <a:extLst>
              <a:ext uri="{FF2B5EF4-FFF2-40B4-BE49-F238E27FC236}">
                <a16:creationId xmlns:a16="http://schemas.microsoft.com/office/drawing/2014/main" id="{6BBE70A8-90D0-6150-DAF7-44979F009716}"/>
              </a:ext>
            </a:extLst>
          </p:cNvPr>
          <p:cNvSpPr/>
          <p:nvPr/>
        </p:nvSpPr>
        <p:spPr>
          <a:xfrm>
            <a:off x="341554" y="367953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58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AA69EA3-6485-AE03-7000-F6A6363108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89812" y="1405989"/>
            <a:ext cx="1020308" cy="1619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E57AF5A0-FFA5-3889-7610-7A896F20478A}"/>
              </a:ext>
            </a:extLst>
          </p:cNvPr>
          <p:cNvSpPr/>
          <p:nvPr/>
        </p:nvSpPr>
        <p:spPr>
          <a:xfrm>
            <a:off x="11123176" y="2307986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59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D1B506D-D674-CF21-FFD8-752483D90E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49978" y="4468890"/>
            <a:ext cx="4657458" cy="9114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0" name="Oval 39">
            <a:extLst>
              <a:ext uri="{FF2B5EF4-FFF2-40B4-BE49-F238E27FC236}">
                <a16:creationId xmlns:a16="http://schemas.microsoft.com/office/drawing/2014/main" id="{FA0F26E8-210B-5371-CE31-6985DB6642ED}"/>
              </a:ext>
            </a:extLst>
          </p:cNvPr>
          <p:cNvSpPr/>
          <p:nvPr/>
        </p:nvSpPr>
        <p:spPr>
          <a:xfrm>
            <a:off x="8148970" y="4575414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416706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6DC96723-EEFC-E4E5-55FD-7FBA150E5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370" y="2812611"/>
            <a:ext cx="102634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200"/>
              <a:t>60) Alterar</a:t>
            </a:r>
            <a:r>
              <a:rPr lang="en-US" sz="1200" dirty="0"/>
              <a:t> </a:t>
            </a:r>
            <a:r>
              <a:rPr lang="en-US" sz="1200" dirty="0" err="1"/>
              <a:t>industrias</a:t>
            </a:r>
            <a:r>
              <a:rPr lang="en-US" sz="1200" dirty="0"/>
              <a:t> e </a:t>
            </a:r>
            <a:r>
              <a:rPr lang="en-US" sz="1200" dirty="0" err="1"/>
              <a:t>incluir</a:t>
            </a:r>
            <a:r>
              <a:rPr lang="en-US" sz="1200" dirty="0"/>
              <a:t> icons </a:t>
            </a:r>
            <a:r>
              <a:rPr lang="en-US" sz="1200" dirty="0" err="1"/>
              <a:t>dedicados</a:t>
            </a:r>
            <a:r>
              <a:rPr lang="en-US" sz="1200" dirty="0"/>
              <a:t> (</a:t>
            </a:r>
            <a:r>
              <a:rPr lang="en-US" sz="1200" dirty="0" err="1"/>
              <a:t>manter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duas </a:t>
            </a:r>
            <a:r>
              <a:rPr lang="en-US" sz="1200" dirty="0" err="1"/>
              <a:t>linhas</a:t>
            </a:r>
            <a:r>
              <a:rPr lang="en-US" sz="1200" dirty="0"/>
              <a:t> e </a:t>
            </a:r>
            <a:r>
              <a:rPr lang="en-US" sz="1200" dirty="0" err="1"/>
              <a:t>na</a:t>
            </a:r>
            <a:r>
              <a:rPr lang="en-US" sz="1200" dirty="0"/>
              <a:t> </a:t>
            </a:r>
            <a:r>
              <a:rPr lang="en-US" sz="1200" dirty="0" err="1"/>
              <a:t>ordem</a:t>
            </a:r>
            <a:r>
              <a:rPr lang="en-US" sz="1200" dirty="0"/>
              <a:t> </a:t>
            </a:r>
            <a:r>
              <a:rPr lang="en-US" sz="1200" dirty="0" err="1"/>
              <a:t>seguinte</a:t>
            </a:r>
            <a:r>
              <a:rPr lang="en-US" sz="1200" dirty="0"/>
              <a:t>).:</a:t>
            </a:r>
            <a:br>
              <a:rPr lang="en-US" sz="1200" dirty="0"/>
            </a:br>
            <a:r>
              <a:rPr lang="en-US" sz="1200" dirty="0"/>
              <a:t>AI, Biotech, Deep Tech, Education, Energy &amp; Climate, Entertainment, Fintech, Food &amp; </a:t>
            </a:r>
            <a:r>
              <a:rPr lang="en-US" sz="1200" dirty="0" err="1"/>
              <a:t>AgriTech</a:t>
            </a:r>
            <a:r>
              <a:rPr lang="en-US" sz="1200" dirty="0"/>
              <a:t>, </a:t>
            </a:r>
            <a:r>
              <a:rPr lang="en-US" sz="1200" dirty="0" err="1"/>
              <a:t>Healthtech</a:t>
            </a:r>
            <a:r>
              <a:rPr lang="en-US" sz="1200" dirty="0"/>
              <a:t>, Manufacturing, Marketplaces, Media &amp; Community, Mobility, </a:t>
            </a:r>
            <a:r>
              <a:rPr lang="en-US" sz="1200" dirty="0" err="1"/>
              <a:t>Proptech</a:t>
            </a:r>
            <a:r>
              <a:rPr lang="en-US" sz="1200" dirty="0"/>
              <a:t>, Robotics, Security, Other</a:t>
            </a:r>
            <a:br>
              <a:rPr lang="en-US" sz="1200" dirty="0"/>
            </a:br>
            <a:r>
              <a:rPr lang="en-US" sz="1200" dirty="0"/>
              <a:t>61) </a:t>
            </a:r>
            <a:r>
              <a:rPr lang="en-US" sz="1200" dirty="0" err="1"/>
              <a:t>certificar</a:t>
            </a:r>
            <a:r>
              <a:rPr lang="en-US" sz="1200" dirty="0"/>
              <a:t> </a:t>
            </a:r>
            <a:r>
              <a:rPr lang="en-US" sz="1200" dirty="0" err="1"/>
              <a:t>que</a:t>
            </a:r>
            <a:r>
              <a:rPr lang="en-US" sz="1200" dirty="0"/>
              <a:t> categories </a:t>
            </a:r>
            <a:r>
              <a:rPr lang="en-US" sz="1200" dirty="0" err="1"/>
              <a:t>sao</a:t>
            </a:r>
            <a:r>
              <a:rPr lang="en-US" sz="1200" dirty="0"/>
              <a:t> tambem as </a:t>
            </a:r>
            <a:r>
              <a:rPr lang="en-US" sz="1200" dirty="0" err="1"/>
              <a:t>mesmas</a:t>
            </a:r>
            <a:r>
              <a:rPr lang="en-US" sz="1200" dirty="0"/>
              <a:t> </a:t>
            </a:r>
            <a:r>
              <a:rPr lang="en-US" sz="1200" dirty="0" err="1"/>
              <a:t>em</a:t>
            </a:r>
            <a:r>
              <a:rPr lang="en-US" sz="1200" dirty="0"/>
              <a:t> “competition fields”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738ED0-179E-2CAC-2995-E1F46D900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191" y="574145"/>
            <a:ext cx="9075634" cy="17693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E398257-DBDC-AC62-BCD1-E495961BEF25}"/>
              </a:ext>
            </a:extLst>
          </p:cNvPr>
          <p:cNvSpPr txBox="1"/>
          <p:nvPr/>
        </p:nvSpPr>
        <p:spPr>
          <a:xfrm>
            <a:off x="358923" y="188007"/>
            <a:ext cx="60974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https://inovacao-hub.vercel.app/competitions/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D761BC-FBF8-EA53-B78C-57B11975091E}"/>
              </a:ext>
            </a:extLst>
          </p:cNvPr>
          <p:cNvSpPr/>
          <p:nvPr/>
        </p:nvSpPr>
        <p:spPr>
          <a:xfrm>
            <a:off x="4320454" y="1458800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60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444D8DF-CB6A-5802-FA3C-2AF8EC755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624" y="3944328"/>
            <a:ext cx="4785245" cy="25944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6D54830-ECDD-294A-FF1D-ADA81FE413FE}"/>
              </a:ext>
            </a:extLst>
          </p:cNvPr>
          <p:cNvSpPr/>
          <p:nvPr/>
        </p:nvSpPr>
        <p:spPr>
          <a:xfrm>
            <a:off x="5406170" y="3944328"/>
            <a:ext cx="191726" cy="177400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horz" lIns="0" tIns="0" rIns="0" bIns="0" rtlCol="0" anchor="ctr">
            <a:noAutofit/>
          </a:bodyPr>
          <a:lstStyle/>
          <a:p>
            <a:pPr algn="dist"/>
            <a:r>
              <a:rPr lang="en-US" sz="1400" kern="300" spc="-300" dirty="0">
                <a:solidFill>
                  <a:schemeClr val="tx1"/>
                </a:solidFill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12024599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1581</Words>
  <Application>Microsoft Office PowerPoint</Application>
  <PresentationFormat>Widescreen</PresentationFormat>
  <Paragraphs>147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André Quemé</dc:creator>
  <cp:lastModifiedBy>André Quemé</cp:lastModifiedBy>
  <cp:revision>5</cp:revision>
  <dcterms:created xsi:type="dcterms:W3CDTF">2026-04-28T07:18:06Z</dcterms:created>
  <dcterms:modified xsi:type="dcterms:W3CDTF">2026-04-28T10:24:39Z</dcterms:modified>
</cp:coreProperties>
</file>